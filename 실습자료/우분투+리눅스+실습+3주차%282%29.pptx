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88" r:id="rId4"/>
    <p:sldId id="284" r:id="rId5"/>
    <p:sldId id="289" r:id="rId6"/>
    <p:sldId id="296" r:id="rId7"/>
    <p:sldId id="297" r:id="rId8"/>
    <p:sldId id="298" r:id="rId9"/>
    <p:sldId id="291" r:id="rId10"/>
    <p:sldId id="28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4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F68BFE-6372-4246-8557-4AE99E899A5D}" type="datetimeFigureOut">
              <a:rPr lang="ko-KR" altLang="en-US" smtClean="0"/>
              <a:t>2016-10-04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A106A-7E63-4C25-A546-4E4846D83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779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85BE0-DBE1-4747-AA2B-6D979F779D6A}" type="datetime1">
              <a:rPr lang="en-US" altLang="ko-KR" smtClean="0"/>
              <a:t>10/4/2016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641FA-6C53-4018-B466-387AE8E67218}" type="datetime1">
              <a:rPr lang="en-US" altLang="ko-KR" smtClean="0"/>
              <a:t>10/4/2016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DC4F2-367A-4668-A80F-7AF4B6A37A30}" type="datetime1">
              <a:rPr lang="en-US" altLang="ko-KR" smtClean="0"/>
              <a:t>10/4/2016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418E-50CA-4773-AE9D-5CC39B40BCC4}" type="datetime1">
              <a:rPr lang="en-US" altLang="ko-KR" smtClean="0"/>
              <a:t>10/4/2016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0B7E9-191A-47BA-BEF8-F11D59209E86}" type="datetime1">
              <a:rPr lang="en-US" altLang="ko-KR" smtClean="0"/>
              <a:t>10/4/2016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E5BEA-82CF-4D1F-B369-76BC15248C40}" type="datetime1">
              <a:rPr lang="en-US" altLang="ko-KR" smtClean="0"/>
              <a:t>10/4/2016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9BCEA-3E86-431D-8DC5-B168B1591439}" type="datetime1">
              <a:rPr lang="en-US" altLang="ko-KR" smtClean="0"/>
              <a:t>10/4/2016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BB9B1B-D821-40F9-9813-A77F3B9872B4}" type="datetime1">
              <a:rPr lang="en-US" altLang="ko-KR" smtClean="0"/>
              <a:t>10/4/2016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C08A-0BF4-4871-9BBF-9F7F4158D3C1}" type="datetime1">
              <a:rPr lang="en-US" altLang="ko-KR" smtClean="0"/>
              <a:t>10/4/2016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0A1AB-2439-4B11-8FF3-947CDD6736AA}" type="datetime1">
              <a:rPr lang="en-US" altLang="ko-KR" smtClean="0"/>
              <a:t>10/4/2016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9BF6-086D-479F-B13D-437E714183DE}" type="datetime1">
              <a:rPr lang="en-US" altLang="ko-KR" smtClean="0"/>
              <a:t>10/4/2016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08EC602-AAD9-4F26-991F-942DB04F885E}" type="datetime1">
              <a:rPr lang="en-US" altLang="ko-KR" smtClean="0"/>
              <a:t>10/4/2016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h931123@gmail.com" TargetMode="External"/><Relationship Id="rId2" Type="http://schemas.openxmlformats.org/officeDocument/2006/relationships/hyperlink" Target="mailto:lakeeye1220@gmail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670" y="172994"/>
            <a:ext cx="3778953" cy="346813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 smtClean="0"/>
              <a:t>우분투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리눅스</a:t>
            </a:r>
            <a:r>
              <a:rPr lang="ko-KR" altLang="en-US" dirty="0" smtClean="0"/>
              <a:t> </a:t>
            </a:r>
            <a:r>
              <a:rPr lang="ko-KR" altLang="en-US" sz="2800" dirty="0" smtClean="0"/>
              <a:t>실습 </a:t>
            </a:r>
            <a:r>
              <a:rPr lang="en-US" altLang="ko-KR" sz="2800" dirty="0"/>
              <a:t>4</a:t>
            </a:r>
            <a:r>
              <a:rPr lang="ko-KR" altLang="en-US" sz="2800" dirty="0" smtClean="0"/>
              <a:t>주차</a:t>
            </a:r>
            <a:endParaRPr lang="ko-KR" altLang="en-US" sz="28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3</a:t>
            </a:r>
            <a:r>
              <a:rPr lang="ko-KR" altLang="en-US" dirty="0">
                <a:solidFill>
                  <a:schemeClr val="tx1"/>
                </a:solidFill>
              </a:rPr>
              <a:t>장 </a:t>
            </a:r>
            <a:r>
              <a:rPr lang="en-US" altLang="ko-KR" dirty="0">
                <a:solidFill>
                  <a:schemeClr val="tx1"/>
                </a:solidFill>
              </a:rPr>
              <a:t>– </a:t>
            </a:r>
            <a:r>
              <a:rPr lang="ko-KR" altLang="en-US" dirty="0">
                <a:solidFill>
                  <a:schemeClr val="tx1"/>
                </a:solidFill>
              </a:rPr>
              <a:t>문서 </a:t>
            </a:r>
            <a:r>
              <a:rPr lang="ko-KR" altLang="en-US" dirty="0" smtClean="0">
                <a:solidFill>
                  <a:schemeClr val="tx1"/>
                </a:solidFill>
              </a:rPr>
              <a:t>편집하기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4</a:t>
            </a:r>
            <a:r>
              <a:rPr lang="ko-KR" altLang="en-US" dirty="0" smtClean="0">
                <a:solidFill>
                  <a:schemeClr val="tx1"/>
                </a:solidFill>
              </a:rPr>
              <a:t>장 </a:t>
            </a:r>
            <a:r>
              <a:rPr lang="en-US" altLang="ko-KR" dirty="0" smtClean="0">
                <a:solidFill>
                  <a:schemeClr val="tx1"/>
                </a:solidFill>
              </a:rPr>
              <a:t>– </a:t>
            </a:r>
            <a:r>
              <a:rPr lang="ko-KR" altLang="en-US" dirty="0" err="1" smtClean="0">
                <a:solidFill>
                  <a:schemeClr val="tx1"/>
                </a:solidFill>
              </a:rPr>
              <a:t>셸</a:t>
            </a:r>
            <a:r>
              <a:rPr lang="ko-KR" altLang="en-US" dirty="0" smtClean="0">
                <a:solidFill>
                  <a:schemeClr val="tx1"/>
                </a:solidFill>
              </a:rPr>
              <a:t> 사용하기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979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조교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김유진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 smtClean="0"/>
              <a:t>- 010 7550 0882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en-US" altLang="ko-KR" sz="1600" dirty="0" smtClean="0">
                <a:hlinkClick r:id="rId2"/>
              </a:rPr>
              <a:t>lakeeye1220@gmail.com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err="1" smtClean="0"/>
              <a:t>허서훈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dirty="0" smtClean="0"/>
              <a:t>- </a:t>
            </a:r>
            <a:r>
              <a:rPr lang="en-US" altLang="ko-KR" sz="1600" dirty="0" smtClean="0"/>
              <a:t>010 2030 5889</a:t>
            </a:r>
          </a:p>
          <a:p>
            <a:pPr marL="0" indent="0">
              <a:buNone/>
            </a:pPr>
            <a:r>
              <a:rPr lang="en-US" altLang="ko-KR" sz="1600" dirty="0"/>
              <a:t>	- </a:t>
            </a:r>
            <a:r>
              <a:rPr lang="en-US" altLang="ko-KR" sz="1600" dirty="0" smtClean="0">
                <a:hlinkClick r:id="rId3"/>
              </a:rPr>
              <a:t>sh931123@gmail.com</a:t>
            </a:r>
            <a:endParaRPr lang="en-US" altLang="ko-KR" sz="1600" dirty="0" smtClean="0"/>
          </a:p>
          <a:p>
            <a:pPr marL="0" indent="0">
              <a:buNone/>
            </a:pPr>
            <a:endParaRPr lang="en-US" altLang="ko-KR" sz="16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/>
              <a:t> </a:t>
            </a:r>
            <a:r>
              <a:rPr lang="ko-KR" altLang="en-US" sz="1600" dirty="0" smtClean="0"/>
              <a:t>연구실 </a:t>
            </a:r>
            <a:r>
              <a:rPr lang="en-US" altLang="ko-KR" sz="1600" dirty="0" smtClean="0"/>
              <a:t>: 513</a:t>
            </a:r>
            <a:r>
              <a:rPr lang="ko-KR" altLang="en-US" sz="1600" dirty="0" smtClean="0"/>
              <a:t>호 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문의 사항은 문자 또는 </a:t>
            </a:r>
            <a:r>
              <a:rPr lang="en-US" altLang="ko-KR" sz="1600" dirty="0" smtClean="0"/>
              <a:t>email</a:t>
            </a: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084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유의 사항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sz="1800" dirty="0" smtClean="0"/>
              <a:t>이론 수업 후에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책에 있는 예제를 직접 </a:t>
            </a:r>
            <a:r>
              <a:rPr lang="ko-KR" altLang="en-US" sz="1800" dirty="0" err="1" smtClean="0"/>
              <a:t>따라해</a:t>
            </a:r>
            <a:r>
              <a:rPr lang="ko-KR" altLang="en-US" sz="1800" dirty="0" smtClean="0"/>
              <a:t> 보는 것이 좋습니다</a:t>
            </a:r>
            <a:r>
              <a:rPr lang="en-US" altLang="ko-KR" sz="1800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실습을 먼저 완료한 학생은 실습실에서 퇴실해 주시길 바랍니다</a:t>
            </a:r>
            <a:r>
              <a:rPr lang="en-US" altLang="ko-KR" sz="1800" dirty="0" smtClean="0"/>
              <a:t>.</a:t>
            </a:r>
          </a:p>
          <a:p>
            <a:pPr marL="0" indent="0">
              <a:buNone/>
            </a:pP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/>
              <a:t> </a:t>
            </a:r>
            <a:r>
              <a:rPr lang="ko-KR" altLang="en-US" sz="1800" dirty="0" smtClean="0"/>
              <a:t>실습을 완료한 친구는 다른 친구들에게 논리적인 오류의 힌트를 주는 것은 괜찮지만 코드 대부분을 알려주는 경우에 두 사람 모두 감점조치를 취하겠습니다</a:t>
            </a:r>
            <a:r>
              <a:rPr lang="en-US" altLang="ko-KR" sz="1800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제출한 실습 파일의 코드가 다른 사람과 동일 할 시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감점 조치를 취하겠습니다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731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제출 방식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3834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 smtClean="0"/>
              <a:t> </a:t>
            </a:r>
            <a:r>
              <a:rPr lang="ko-KR" altLang="en-US" sz="1800" dirty="0" smtClean="0"/>
              <a:t>실습 시간 내에 검사를 받지 못한 경우 </a:t>
            </a: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/>
              <a:t> </a:t>
            </a:r>
            <a:r>
              <a:rPr lang="ko-KR" altLang="en-US" sz="1800" dirty="0" smtClean="0"/>
              <a:t>제출 파일 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실습 코드 </a:t>
            </a:r>
            <a:r>
              <a:rPr lang="ko-KR" altLang="en-US" sz="1600" dirty="0" err="1" smtClean="0"/>
              <a:t>캡처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파일 저장 </a:t>
            </a:r>
            <a:r>
              <a:rPr lang="en-US" altLang="ko-KR" sz="1600" dirty="0" smtClean="0"/>
              <a:t>: n</a:t>
            </a:r>
            <a:r>
              <a:rPr lang="ko-KR" altLang="en-US" sz="1600" dirty="0" smtClean="0"/>
              <a:t>번 코드</a:t>
            </a:r>
            <a:r>
              <a:rPr lang="en-US" altLang="ko-KR" sz="1600" dirty="0" smtClean="0"/>
              <a:t>)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 smtClean="0"/>
              <a:t>	-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각 실습 문제에 대한 결과 </a:t>
            </a:r>
            <a:r>
              <a:rPr lang="ko-KR" altLang="en-US" sz="1600" dirty="0" err="1" smtClean="0"/>
              <a:t>캡처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캡처</a:t>
            </a:r>
            <a:r>
              <a:rPr lang="ko-KR" altLang="en-US" sz="1600" dirty="0" smtClean="0"/>
              <a:t> 파일 저장 </a:t>
            </a:r>
            <a:r>
              <a:rPr lang="en-US" altLang="ko-KR" sz="1600" dirty="0" smtClean="0"/>
              <a:t>: n</a:t>
            </a:r>
            <a:r>
              <a:rPr lang="ko-KR" altLang="en-US" sz="1600" dirty="0" smtClean="0"/>
              <a:t>번 결과</a:t>
            </a:r>
            <a:r>
              <a:rPr lang="en-US" altLang="ko-KR" sz="1600" dirty="0" smtClean="0"/>
              <a:t>)</a:t>
            </a:r>
          </a:p>
          <a:p>
            <a:pPr marL="0" indent="0">
              <a:buNone/>
            </a:pPr>
            <a:endParaRPr lang="en-US" altLang="ko-KR" sz="16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/>
              <a:t> </a:t>
            </a:r>
            <a:r>
              <a:rPr lang="ko-KR" altLang="en-US" sz="1800" dirty="0" smtClean="0"/>
              <a:t>메일 제목 </a:t>
            </a:r>
            <a:r>
              <a:rPr lang="en-US" altLang="ko-KR" sz="1800" dirty="0" smtClean="0"/>
              <a:t>&amp; </a:t>
            </a:r>
            <a:r>
              <a:rPr lang="ko-KR" altLang="en-US" sz="1800" dirty="0" smtClean="0"/>
              <a:t>파일 제목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 smtClean="0"/>
              <a:t>- [</a:t>
            </a:r>
            <a:r>
              <a:rPr lang="ko-KR" altLang="en-US" sz="1600" dirty="0" err="1" smtClean="0"/>
              <a:t>리눅스</a:t>
            </a:r>
            <a:r>
              <a:rPr lang="en-US" altLang="ko-KR" sz="1600" dirty="0" smtClean="0"/>
              <a:t>]n</a:t>
            </a:r>
            <a:r>
              <a:rPr lang="ko-KR" altLang="en-US" sz="1600" dirty="0" smtClean="0"/>
              <a:t>주차</a:t>
            </a:r>
            <a:r>
              <a:rPr lang="en-US" altLang="ko-KR" sz="1600" dirty="0" smtClean="0"/>
              <a:t>_</a:t>
            </a:r>
            <a:r>
              <a:rPr lang="ko-KR" altLang="en-US" sz="1600" dirty="0" smtClean="0"/>
              <a:t>학번</a:t>
            </a:r>
            <a:r>
              <a:rPr lang="en-US" altLang="ko-KR" sz="1600" dirty="0" smtClean="0"/>
              <a:t>_</a:t>
            </a:r>
            <a:r>
              <a:rPr lang="ko-KR" altLang="en-US" sz="1600" dirty="0" smtClean="0"/>
              <a:t>이름</a:t>
            </a:r>
            <a:endParaRPr lang="en-US" altLang="ko-KR" sz="1600" dirty="0" smtClean="0"/>
          </a:p>
          <a:p>
            <a:pPr marL="0" indent="0">
              <a:buNone/>
            </a:pP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800" dirty="0" smtClean="0"/>
              <a:t>제출 기한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실습이 이루어진 주의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토요일</a:t>
            </a:r>
            <a:r>
              <a:rPr lang="ko-KR" altLang="en-US" sz="1600" dirty="0" smtClean="0"/>
              <a:t> </a:t>
            </a:r>
            <a:r>
              <a:rPr lang="ko-KR" altLang="en-US" sz="1600" dirty="0" smtClean="0"/>
              <a:t>자정</a:t>
            </a:r>
            <a:r>
              <a:rPr lang="en-US" altLang="ko-KR" sz="1600" dirty="0"/>
              <a:t> </a:t>
            </a:r>
            <a:r>
              <a:rPr lang="ko-KR" altLang="en-US" sz="1600" dirty="0" smtClean="0"/>
              <a:t>까지 </a:t>
            </a:r>
            <a:r>
              <a:rPr lang="en-US" altLang="ko-KR" sz="1600" dirty="0" smtClean="0"/>
              <a:t>(AM 12:00)  </a:t>
            </a:r>
          </a:p>
          <a:p>
            <a:pPr marL="0" indent="0">
              <a:buNone/>
            </a:pP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439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준비 사항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 smtClean="0"/>
              <a:t> </a:t>
            </a:r>
            <a:r>
              <a:rPr lang="ko-KR" altLang="en-US" sz="1800" dirty="0" err="1" smtClean="0"/>
              <a:t>리눅스</a:t>
            </a:r>
            <a:r>
              <a:rPr lang="ko-KR" altLang="en-US" sz="1800" dirty="0" smtClean="0"/>
              <a:t> 사용자 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/>
              <a:t>	</a:t>
            </a:r>
            <a:r>
              <a:rPr lang="en-US" altLang="ko-KR" sz="1600" dirty="0" smtClean="0"/>
              <a:t> - </a:t>
            </a:r>
            <a:r>
              <a:rPr lang="ko-KR" altLang="en-US" sz="1600" dirty="0" smtClean="0"/>
              <a:t>사용자 계정 </a:t>
            </a:r>
            <a:r>
              <a:rPr lang="en-US" altLang="ko-KR" sz="1600" dirty="0" smtClean="0"/>
              <a:t>: user1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 - </a:t>
            </a:r>
            <a:r>
              <a:rPr lang="ko-KR" altLang="en-US" sz="1600" dirty="0" smtClean="0"/>
              <a:t>사용자 비밀번호 </a:t>
            </a:r>
            <a:r>
              <a:rPr lang="en-US" altLang="ko-KR" sz="1600" dirty="0" smtClean="0"/>
              <a:t>: ubuntu1</a:t>
            </a:r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endParaRPr lang="en-US" altLang="ko-KR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311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문제</a:t>
            </a:r>
            <a:r>
              <a:rPr lang="en-US" altLang="ko-KR" dirty="0" smtClean="0"/>
              <a:t>(1/4)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홈 디렉터리에서 자신의 학번 디렉터리를 생성 </a:t>
            </a: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800" dirty="0" smtClean="0"/>
              <a:t> </a:t>
            </a:r>
            <a:r>
              <a:rPr lang="en-US" altLang="ko-KR" sz="1800" dirty="0" smtClean="0"/>
              <a:t>‘hello.txt’ , ‘world.txt’</a:t>
            </a:r>
            <a:r>
              <a:rPr lang="ko-KR" altLang="en-US" sz="1800" dirty="0" smtClean="0"/>
              <a:t>파일을 생성</a:t>
            </a: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/>
              <a:t> </a:t>
            </a:r>
            <a:r>
              <a:rPr lang="ko-KR" altLang="en-US" sz="1800" dirty="0" smtClean="0"/>
              <a:t>다음의 문서를 작성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저장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 smtClean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입력모드 </a:t>
            </a:r>
            <a:r>
              <a:rPr lang="en-US" altLang="ko-KR" sz="1600" dirty="0"/>
              <a:t>=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i</a:t>
            </a:r>
            <a:r>
              <a:rPr lang="en-US" altLang="ko-KR" sz="1600" dirty="0"/>
              <a:t> </a:t>
            </a:r>
            <a:r>
              <a:rPr lang="en-US" altLang="ko-KR" sz="1600" dirty="0" smtClean="0"/>
              <a:t> // </a:t>
            </a:r>
            <a:r>
              <a:rPr lang="ko-KR" altLang="en-US" sz="1600" dirty="0" smtClean="0"/>
              <a:t>명령모드 </a:t>
            </a:r>
            <a:r>
              <a:rPr lang="en-US" altLang="ko-KR" sz="1600" dirty="0"/>
              <a:t>=</a:t>
            </a:r>
            <a:r>
              <a:rPr lang="en-US" altLang="ko-KR" sz="1600" dirty="0" smtClean="0"/>
              <a:t> esc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저장</a:t>
            </a:r>
            <a:r>
              <a:rPr lang="en-US" altLang="ko-KR" sz="1600" dirty="0" smtClean="0"/>
              <a:t> = :</a:t>
            </a:r>
            <a:r>
              <a:rPr lang="en-US" altLang="ko-KR" sz="1600" dirty="0" err="1" smtClean="0"/>
              <a:t>wq</a:t>
            </a:r>
            <a:r>
              <a:rPr lang="en-US" altLang="ko-KR" sz="1600" dirty="0" smtClean="0"/>
              <a:t> (</a:t>
            </a:r>
            <a:r>
              <a:rPr lang="ko-KR" altLang="en-US" sz="1600" dirty="0" smtClean="0"/>
              <a:t>마지막 행 모드로 저장 후 </a:t>
            </a:r>
            <a:r>
              <a:rPr lang="en-US" altLang="ko-KR" sz="1600" dirty="0" smtClean="0"/>
              <a:t>vi </a:t>
            </a:r>
            <a:r>
              <a:rPr lang="ko-KR" altLang="en-US" sz="1600" dirty="0" smtClean="0"/>
              <a:t>편집기 종료</a:t>
            </a:r>
            <a:r>
              <a:rPr lang="en-US" altLang="ko-KR" sz="1600" dirty="0" smtClean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12" name="그룹 11"/>
          <p:cNvGrpSpPr/>
          <p:nvPr/>
        </p:nvGrpSpPr>
        <p:grpSpPr>
          <a:xfrm>
            <a:off x="1164007" y="3999228"/>
            <a:ext cx="9760190" cy="2304438"/>
            <a:chOff x="1097280" y="3156493"/>
            <a:chExt cx="9760190" cy="2304438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2"/>
            <a:srcRect b="39260"/>
            <a:stretch/>
          </p:blipFill>
          <p:spPr>
            <a:xfrm>
              <a:off x="6126480" y="3156493"/>
              <a:ext cx="4730990" cy="1925548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3"/>
            <a:srcRect b="39001"/>
            <a:stretch/>
          </p:blipFill>
          <p:spPr>
            <a:xfrm>
              <a:off x="1097280" y="3156493"/>
              <a:ext cx="4730992" cy="1933786"/>
            </a:xfrm>
            <a:prstGeom prst="rect">
              <a:avLst/>
            </a:prstGeom>
          </p:spPr>
        </p:pic>
        <p:grpSp>
          <p:nvGrpSpPr>
            <p:cNvPr id="11" name="그룹 10"/>
            <p:cNvGrpSpPr/>
            <p:nvPr/>
          </p:nvGrpSpPr>
          <p:grpSpPr>
            <a:xfrm>
              <a:off x="2185088" y="5082041"/>
              <a:ext cx="7497254" cy="378890"/>
              <a:chOff x="2191265" y="4891066"/>
              <a:chExt cx="7497254" cy="378890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2191265" y="4900624"/>
                <a:ext cx="23807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/>
                  <a:t>h</a:t>
                </a:r>
                <a:r>
                  <a:rPr lang="en-US" altLang="ko-KR" dirty="0" smtClean="0"/>
                  <a:t>ello.txt</a:t>
                </a:r>
                <a:endParaRPr lang="ko-KR" altLang="en-US" dirty="0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7307784" y="4891066"/>
                <a:ext cx="23807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 smtClean="0"/>
                  <a:t>world.txt</a:t>
                </a:r>
                <a:endParaRPr lang="ko-KR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85224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문제</a:t>
            </a:r>
            <a:r>
              <a:rPr lang="en-US" altLang="ko-KR" dirty="0" smtClean="0"/>
              <a:t>(2/4)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 1</a:t>
            </a:r>
            <a:r>
              <a:rPr lang="ko-KR" altLang="en-US" sz="1800" dirty="0" smtClean="0"/>
              <a:t>번 문제 </a:t>
            </a:r>
            <a:r>
              <a:rPr lang="en-US" altLang="ko-KR" sz="1800" dirty="0" smtClean="0"/>
              <a:t>( hello.txt )</a:t>
            </a:r>
          </a:p>
          <a:p>
            <a:pPr marL="0" indent="0">
              <a:buNone/>
            </a:pPr>
            <a:r>
              <a:rPr lang="en-US" altLang="ko-KR" sz="18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파일 전체에서 </a:t>
            </a:r>
            <a:r>
              <a:rPr lang="en-US" altLang="ko-KR" sz="1600" dirty="0" smtClean="0"/>
              <a:t>‘I’</a:t>
            </a:r>
            <a:r>
              <a:rPr lang="ko-KR" altLang="en-US" sz="1600" dirty="0" smtClean="0"/>
              <a:t>를 </a:t>
            </a:r>
            <a:r>
              <a:rPr lang="en-US" altLang="ko-KR" sz="1600" dirty="0" smtClean="0"/>
              <a:t>‘you’ </a:t>
            </a:r>
            <a:r>
              <a:rPr lang="ko-KR" altLang="en-US" sz="1600" dirty="0" smtClean="0"/>
              <a:t>로 변경 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바꾸기 명령 키 사용</a:t>
            </a:r>
            <a:r>
              <a:rPr lang="en-US" altLang="ko-KR" sz="1600" dirty="0" smtClean="0"/>
              <a:t>)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- 5</a:t>
            </a:r>
            <a:r>
              <a:rPr lang="ko-KR" altLang="en-US" sz="1600" dirty="0" smtClean="0"/>
              <a:t>번째 행의 </a:t>
            </a:r>
            <a:r>
              <a:rPr lang="en-US" altLang="ko-KR" sz="1600" dirty="0" smtClean="0"/>
              <a:t>‘Hello’</a:t>
            </a:r>
            <a:r>
              <a:rPr lang="ko-KR" altLang="en-US" sz="1600" dirty="0" smtClean="0"/>
              <a:t>만 </a:t>
            </a:r>
            <a:r>
              <a:rPr lang="en-US" altLang="ko-KR" sz="1600" dirty="0" smtClean="0"/>
              <a:t>‘Bye’</a:t>
            </a:r>
            <a:r>
              <a:rPr lang="ko-KR" altLang="en-US" sz="1600" dirty="0" smtClean="0"/>
              <a:t>로 변경 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바꾸기 명령 키 사용</a:t>
            </a:r>
            <a:r>
              <a:rPr lang="en-US" altLang="ko-KR" sz="1600" dirty="0" smtClean="0"/>
              <a:t>) : </a:t>
            </a:r>
            <a:r>
              <a:rPr lang="ko-KR" altLang="en-US" sz="1600" dirty="0" smtClean="0"/>
              <a:t>          부분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처음부터 끝까지 텍스트를 복사하여 붙여 넣기</a:t>
            </a:r>
            <a:endParaRPr lang="en-US" altLang="ko-KR" sz="1600" dirty="0" smtClean="0"/>
          </a:p>
          <a:p>
            <a:pPr marL="0" indent="0">
              <a:buNone/>
            </a:pPr>
            <a:endParaRPr lang="en-US" altLang="ko-KR" sz="16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7</a:t>
            </a:fld>
            <a:endParaRPr 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b="23234"/>
          <a:stretch/>
        </p:blipFill>
        <p:spPr>
          <a:xfrm>
            <a:off x="3144976" y="3489357"/>
            <a:ext cx="5651388" cy="2614881"/>
          </a:xfrm>
          <a:prstGeom prst="rect">
            <a:avLst/>
          </a:prstGeom>
        </p:spPr>
      </p:pic>
      <p:grpSp>
        <p:nvGrpSpPr>
          <p:cNvPr id="10" name="그룹 9"/>
          <p:cNvGrpSpPr/>
          <p:nvPr/>
        </p:nvGrpSpPr>
        <p:grpSpPr>
          <a:xfrm>
            <a:off x="8929816" y="4516441"/>
            <a:ext cx="2092411" cy="369332"/>
            <a:chOff x="8600303" y="3857414"/>
            <a:chExt cx="2092411" cy="369332"/>
          </a:xfrm>
        </p:grpSpPr>
        <p:cxnSp>
          <p:nvCxnSpPr>
            <p:cNvPr id="7" name="직선 화살표 연결선 6"/>
            <p:cNvCxnSpPr/>
            <p:nvPr/>
          </p:nvCxnSpPr>
          <p:spPr>
            <a:xfrm>
              <a:off x="8600303" y="4020065"/>
              <a:ext cx="65902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9259330" y="3857414"/>
              <a:ext cx="1433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 smtClean="0"/>
                <a:t>결과 화면</a:t>
              </a:r>
              <a:endParaRPr lang="ko-KR" altLang="en-US" dirty="0"/>
            </a:p>
          </p:txBody>
        </p:sp>
      </p:grpSp>
      <p:sp>
        <p:nvSpPr>
          <p:cNvPr id="9" name="직사각형 8"/>
          <p:cNvSpPr/>
          <p:nvPr/>
        </p:nvSpPr>
        <p:spPr>
          <a:xfrm>
            <a:off x="3011524" y="4234249"/>
            <a:ext cx="423655" cy="1894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7070935" y="2735932"/>
            <a:ext cx="404903" cy="1874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002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문제</a:t>
            </a:r>
            <a:r>
              <a:rPr lang="en-US" altLang="ko-KR" dirty="0" smtClean="0"/>
              <a:t>(3/4)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/>
              <a:t>- world.txt</a:t>
            </a:r>
            <a:r>
              <a:rPr lang="ko-KR" altLang="en-US" sz="1600" dirty="0"/>
              <a:t>의 </a:t>
            </a:r>
            <a:r>
              <a:rPr lang="en-US" altLang="ko-KR" sz="1600" dirty="0"/>
              <a:t>7</a:t>
            </a:r>
            <a:r>
              <a:rPr lang="ko-KR" altLang="en-US" sz="1600" dirty="0"/>
              <a:t>행에 </a:t>
            </a:r>
            <a:r>
              <a:rPr lang="en-US" altLang="ko-KR" sz="1600" dirty="0"/>
              <a:t>hello.txt </a:t>
            </a:r>
            <a:r>
              <a:rPr lang="ko-KR" altLang="en-US" sz="1600" dirty="0"/>
              <a:t>내용 </a:t>
            </a:r>
            <a:r>
              <a:rPr lang="ko-KR" altLang="en-US" sz="1600" dirty="0" smtClean="0"/>
              <a:t>삽입 </a:t>
            </a:r>
            <a:r>
              <a:rPr lang="en-US" altLang="ko-KR" sz="1600" dirty="0" smtClean="0"/>
              <a:t>:             </a:t>
            </a:r>
            <a:r>
              <a:rPr lang="ko-KR" altLang="en-US" sz="1600" dirty="0" smtClean="0"/>
              <a:t>부분 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	- hello.txt</a:t>
            </a:r>
            <a:r>
              <a:rPr lang="ko-KR" altLang="en-US" sz="1600" dirty="0"/>
              <a:t>의 행 번호 출력</a:t>
            </a:r>
          </a:p>
          <a:p>
            <a:pPr>
              <a:buFont typeface="Arial" panose="020B0604020202020204" pitchFamily="34" charset="0"/>
              <a:buChar char="•"/>
            </a:pP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8</a:t>
            </a:fld>
            <a:endParaRPr 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3662803" y="1926841"/>
            <a:ext cx="6908714" cy="3861145"/>
            <a:chOff x="3647756" y="2356492"/>
            <a:chExt cx="6908714" cy="3861145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7756" y="3054698"/>
              <a:ext cx="4507703" cy="3162939"/>
            </a:xfrm>
            <a:prstGeom prst="rect">
              <a:avLst/>
            </a:prstGeom>
          </p:spPr>
        </p:pic>
        <p:grpSp>
          <p:nvGrpSpPr>
            <p:cNvPr id="7" name="그룹 6"/>
            <p:cNvGrpSpPr/>
            <p:nvPr/>
          </p:nvGrpSpPr>
          <p:grpSpPr>
            <a:xfrm>
              <a:off x="8464059" y="4266835"/>
              <a:ext cx="2092411" cy="369332"/>
              <a:chOff x="8600303" y="3857414"/>
              <a:chExt cx="2092411" cy="369332"/>
            </a:xfrm>
          </p:grpSpPr>
          <p:cxnSp>
            <p:nvCxnSpPr>
              <p:cNvPr id="8" name="직선 화살표 연결선 7"/>
              <p:cNvCxnSpPr/>
              <p:nvPr/>
            </p:nvCxnSpPr>
            <p:spPr>
              <a:xfrm>
                <a:off x="8600303" y="4020065"/>
                <a:ext cx="65902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/>
              <p:cNvSpPr txBox="1"/>
              <p:nvPr/>
            </p:nvSpPr>
            <p:spPr>
              <a:xfrm>
                <a:off x="9259330" y="3857414"/>
                <a:ext cx="14333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 smtClean="0"/>
                  <a:t>결과 화면</a:t>
                </a:r>
                <a:endParaRPr lang="ko-KR" altLang="en-US" dirty="0"/>
              </a:p>
            </p:txBody>
          </p:sp>
        </p:grpSp>
        <p:sp>
          <p:nvSpPr>
            <p:cNvPr id="11" name="직사각형 10"/>
            <p:cNvSpPr/>
            <p:nvPr/>
          </p:nvSpPr>
          <p:spPr>
            <a:xfrm>
              <a:off x="5488466" y="2356492"/>
              <a:ext cx="404903" cy="18744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직사각형 9"/>
          <p:cNvSpPr/>
          <p:nvPr/>
        </p:nvSpPr>
        <p:spPr>
          <a:xfrm>
            <a:off x="3662803" y="3319849"/>
            <a:ext cx="4606558" cy="19935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926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문제 </a:t>
            </a:r>
            <a:r>
              <a:rPr lang="en-US" altLang="ko-KR" dirty="0" smtClean="0"/>
              <a:t>(4/4)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901055"/>
          </a:xfrm>
        </p:spPr>
        <p:txBody>
          <a:bodyPr>
            <a:normAutofit fontScale="4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3800" dirty="0" smtClean="0"/>
              <a:t> 2</a:t>
            </a:r>
            <a:r>
              <a:rPr lang="ko-KR" altLang="en-US" sz="3800" dirty="0" smtClean="0"/>
              <a:t>번 문제 </a:t>
            </a:r>
            <a:r>
              <a:rPr lang="en-US" altLang="ko-KR" sz="3800" dirty="0" smtClean="0"/>
              <a:t>(4</a:t>
            </a:r>
            <a:r>
              <a:rPr lang="ko-KR" altLang="en-US" sz="3800" dirty="0" smtClean="0"/>
              <a:t>점</a:t>
            </a:r>
            <a:r>
              <a:rPr lang="en-US" altLang="ko-KR" sz="3800" dirty="0" smtClean="0"/>
              <a:t>)</a:t>
            </a:r>
          </a:p>
          <a:p>
            <a:pPr marL="0" indent="0">
              <a:buNone/>
            </a:pPr>
            <a:r>
              <a:rPr lang="en-US" altLang="ko-KR" sz="3400" dirty="0"/>
              <a:t>	- week4 </a:t>
            </a:r>
            <a:r>
              <a:rPr lang="ko-KR" altLang="en-US" sz="3400" dirty="0"/>
              <a:t>디렉터리 생성</a:t>
            </a:r>
            <a:endParaRPr lang="en-US" altLang="ko-KR" sz="3400" dirty="0"/>
          </a:p>
          <a:p>
            <a:pPr marL="0" indent="0">
              <a:buNone/>
            </a:pPr>
            <a:r>
              <a:rPr lang="en-US" altLang="ko-KR" sz="3400" dirty="0"/>
              <a:t>	-  </a:t>
            </a:r>
            <a:r>
              <a:rPr lang="ko-KR" altLang="en-US" sz="3400" dirty="0"/>
              <a:t>표준 입력을 받아 </a:t>
            </a:r>
            <a:r>
              <a:rPr lang="en-US" altLang="ko-KR" sz="3400" dirty="0"/>
              <a:t>output1 </a:t>
            </a:r>
            <a:r>
              <a:rPr lang="ko-KR" altLang="en-US" sz="3400" dirty="0"/>
              <a:t>과 </a:t>
            </a:r>
            <a:r>
              <a:rPr lang="en-US" altLang="ko-KR" sz="3400" dirty="0"/>
              <a:t>output2 </a:t>
            </a:r>
            <a:r>
              <a:rPr lang="ko-KR" altLang="en-US" sz="3400" dirty="0"/>
              <a:t>생성</a:t>
            </a:r>
            <a:endParaRPr lang="en-US" altLang="ko-KR" sz="3400" dirty="0"/>
          </a:p>
          <a:p>
            <a:pPr marL="0" indent="0">
              <a:buNone/>
            </a:pPr>
            <a:r>
              <a:rPr lang="en-US" altLang="ko-KR" sz="3400" dirty="0"/>
              <a:t>	- output1 : </a:t>
            </a:r>
            <a:r>
              <a:rPr lang="ko-KR" altLang="en-US" sz="3400" dirty="0"/>
              <a:t>자신의 이름</a:t>
            </a:r>
            <a:r>
              <a:rPr lang="en-US" altLang="ko-KR" sz="3400" dirty="0"/>
              <a:t>, </a:t>
            </a:r>
            <a:r>
              <a:rPr lang="ko-KR" altLang="en-US" sz="3400" dirty="0"/>
              <a:t>학번</a:t>
            </a:r>
            <a:r>
              <a:rPr lang="en-US" altLang="ko-KR" sz="3400" dirty="0"/>
              <a:t>, </a:t>
            </a:r>
            <a:r>
              <a:rPr lang="ko-KR" altLang="en-US" sz="3400" dirty="0"/>
              <a:t>현재 위치 확인 명령어</a:t>
            </a:r>
            <a:r>
              <a:rPr lang="en-US" altLang="ko-KR" sz="3400" dirty="0"/>
              <a:t>, </a:t>
            </a:r>
            <a:r>
              <a:rPr lang="ko-KR" altLang="en-US" sz="3400" dirty="0"/>
              <a:t>현재 위치에서의 숨김 파일 출력 명령어 </a:t>
            </a:r>
            <a:endParaRPr lang="en-US" altLang="ko-KR" sz="3400" dirty="0"/>
          </a:p>
          <a:p>
            <a:pPr marL="0" indent="0">
              <a:buNone/>
            </a:pPr>
            <a:r>
              <a:rPr lang="en-US" altLang="ko-KR" sz="3400" dirty="0"/>
              <a:t>		(/home/user1/week4 </a:t>
            </a:r>
            <a:r>
              <a:rPr lang="ko-KR" altLang="en-US" sz="3400" dirty="0"/>
              <a:t>라고 출력되어야 함</a:t>
            </a:r>
            <a:r>
              <a:rPr lang="en-US" altLang="ko-KR" sz="3400" dirty="0"/>
              <a:t>)</a:t>
            </a:r>
          </a:p>
          <a:p>
            <a:pPr marL="0" indent="0">
              <a:buNone/>
            </a:pPr>
            <a:r>
              <a:rPr lang="en-US" altLang="ko-KR" sz="3400" dirty="0"/>
              <a:t>	- output2 : </a:t>
            </a:r>
            <a:r>
              <a:rPr lang="ko-KR" altLang="en-US" sz="3400" dirty="0"/>
              <a:t>운영체제 이름</a:t>
            </a:r>
            <a:r>
              <a:rPr lang="en-US" altLang="ko-KR" sz="3400" dirty="0"/>
              <a:t>, </a:t>
            </a:r>
            <a:r>
              <a:rPr lang="ko-KR" altLang="en-US" sz="3400" dirty="0"/>
              <a:t>호스트 이름</a:t>
            </a:r>
            <a:r>
              <a:rPr lang="en-US" altLang="ko-KR" sz="3400" dirty="0"/>
              <a:t>, </a:t>
            </a:r>
            <a:r>
              <a:rPr lang="ko-KR" altLang="en-US" sz="3400" dirty="0"/>
              <a:t>로그인 </a:t>
            </a:r>
            <a:r>
              <a:rPr lang="ko-KR" altLang="en-US" sz="3400" dirty="0" err="1"/>
              <a:t>셸</a:t>
            </a:r>
            <a:r>
              <a:rPr lang="ko-KR" altLang="en-US" sz="3400" dirty="0"/>
              <a:t> </a:t>
            </a:r>
            <a:r>
              <a:rPr lang="en-US" altLang="ko-KR" sz="3400" dirty="0"/>
              <a:t>, </a:t>
            </a:r>
            <a:r>
              <a:rPr lang="ko-KR" altLang="en-US" sz="3400" dirty="0"/>
              <a:t>사용하는 언어 환경 변수</a:t>
            </a:r>
            <a:endParaRPr lang="en-US" altLang="ko-KR" sz="3400" dirty="0"/>
          </a:p>
          <a:p>
            <a:pPr marL="0" indent="0">
              <a:buNone/>
            </a:pPr>
            <a:r>
              <a:rPr lang="en-US" altLang="ko-KR" sz="3400" dirty="0"/>
              <a:t>	-</a:t>
            </a:r>
            <a:r>
              <a:rPr lang="ko-KR" altLang="en-US" sz="3400" dirty="0"/>
              <a:t> </a:t>
            </a:r>
            <a:r>
              <a:rPr lang="en-US" altLang="ko-KR" sz="3400" dirty="0"/>
              <a:t>output1</a:t>
            </a:r>
            <a:r>
              <a:rPr lang="ko-KR" altLang="en-US" sz="3400" dirty="0"/>
              <a:t>과 </a:t>
            </a:r>
            <a:r>
              <a:rPr lang="en-US" altLang="ko-KR" sz="3400" dirty="0"/>
              <a:t>output2 </a:t>
            </a:r>
            <a:r>
              <a:rPr lang="ko-KR" altLang="en-US" sz="3400" dirty="0"/>
              <a:t>파일의 내용을 합쳐서 </a:t>
            </a:r>
            <a:r>
              <a:rPr lang="en-US" altLang="ko-KR" sz="3400" dirty="0" err="1"/>
              <a:t>t.out</a:t>
            </a:r>
            <a:r>
              <a:rPr lang="en-US" altLang="ko-KR" sz="3400" dirty="0"/>
              <a:t> </a:t>
            </a:r>
            <a:r>
              <a:rPr lang="ko-KR" altLang="en-US" sz="3400" dirty="0"/>
              <a:t>파일에 합쳐서 저장</a:t>
            </a:r>
          </a:p>
          <a:p>
            <a:pPr marL="0" indent="0">
              <a:buNone/>
            </a:pPr>
            <a:endParaRPr lang="en-US" altLang="ko-KR" sz="2600" dirty="0" smtClean="0"/>
          </a:p>
          <a:p>
            <a:pPr marL="0" indent="0">
              <a:buNone/>
            </a:pPr>
            <a:endParaRPr lang="en-US" altLang="ko-KR" sz="2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3800" dirty="0" smtClean="0"/>
              <a:t> 3</a:t>
            </a:r>
            <a:r>
              <a:rPr lang="ko-KR" altLang="en-US" sz="3800" dirty="0" smtClean="0"/>
              <a:t>번 문제 </a:t>
            </a:r>
            <a:r>
              <a:rPr lang="en-US" altLang="ko-KR" sz="3800" dirty="0" smtClean="0"/>
              <a:t>(3</a:t>
            </a:r>
            <a:r>
              <a:rPr lang="ko-KR" altLang="en-US" sz="3800" dirty="0" smtClean="0"/>
              <a:t>점</a:t>
            </a:r>
            <a:r>
              <a:rPr lang="en-US" altLang="ko-KR" sz="3800" dirty="0" smtClean="0"/>
              <a:t>)</a:t>
            </a:r>
          </a:p>
          <a:p>
            <a:pPr marL="0" indent="0">
              <a:buNone/>
            </a:pPr>
            <a:r>
              <a:rPr lang="en-US" altLang="ko-KR" sz="2600" dirty="0" smtClean="0"/>
              <a:t>	</a:t>
            </a:r>
            <a:r>
              <a:rPr lang="en-US" altLang="ko-KR" sz="3400" dirty="0" smtClean="0"/>
              <a:t>- </a:t>
            </a:r>
            <a:r>
              <a:rPr lang="en-US" altLang="ko-KR" sz="3400" dirty="0"/>
              <a:t>TEST </a:t>
            </a:r>
            <a:r>
              <a:rPr lang="ko-KR" altLang="en-US" sz="3400" dirty="0"/>
              <a:t>라는 </a:t>
            </a:r>
            <a:r>
              <a:rPr lang="ko-KR" altLang="en-US" sz="3400" dirty="0" err="1"/>
              <a:t>셸</a:t>
            </a:r>
            <a:r>
              <a:rPr lang="ko-KR" altLang="en-US" sz="3400" dirty="0"/>
              <a:t> 변수에 호스트 네임</a:t>
            </a:r>
            <a:r>
              <a:rPr lang="en-US" altLang="ko-KR" sz="3400" dirty="0"/>
              <a:t>, </a:t>
            </a:r>
            <a:r>
              <a:rPr lang="ko-KR" altLang="en-US" sz="3400" dirty="0"/>
              <a:t>현재 위치를</a:t>
            </a:r>
            <a:r>
              <a:rPr lang="en-US" altLang="ko-KR" sz="3400" dirty="0"/>
              <a:t> </a:t>
            </a:r>
            <a:r>
              <a:rPr lang="ko-KR" altLang="en-US" sz="3400" dirty="0"/>
              <a:t>동시에 출력하는 명령어를 넣어 저장</a:t>
            </a:r>
            <a:endParaRPr lang="en-US" altLang="ko-KR" sz="3400" dirty="0"/>
          </a:p>
          <a:p>
            <a:pPr marL="0" indent="0">
              <a:buNone/>
            </a:pPr>
            <a:r>
              <a:rPr lang="en-US" altLang="ko-KR" sz="3400" dirty="0"/>
              <a:t>	- </a:t>
            </a:r>
            <a:r>
              <a:rPr lang="ko-KR" altLang="en-US" sz="3400" dirty="0"/>
              <a:t>터미널에 </a:t>
            </a:r>
            <a:r>
              <a:rPr lang="en-US" altLang="ko-KR" sz="3400" dirty="0"/>
              <a:t>t </a:t>
            </a:r>
            <a:r>
              <a:rPr lang="ko-KR" altLang="en-US" sz="3400" dirty="0"/>
              <a:t>라고 입력하면 </a:t>
            </a:r>
            <a:r>
              <a:rPr lang="en-US" altLang="ko-KR" sz="3400" dirty="0"/>
              <a:t>TEST</a:t>
            </a:r>
            <a:r>
              <a:rPr lang="ko-KR" altLang="en-US" sz="3400" dirty="0"/>
              <a:t>에</a:t>
            </a:r>
            <a:r>
              <a:rPr lang="en-US" altLang="ko-KR" sz="3400" dirty="0"/>
              <a:t> </a:t>
            </a:r>
            <a:r>
              <a:rPr lang="ko-KR" altLang="en-US" sz="3400" dirty="0"/>
              <a:t>저장된 문구를 출력하도록 </a:t>
            </a:r>
            <a:r>
              <a:rPr lang="en-US" altLang="ko-KR" sz="3400" dirty="0"/>
              <a:t>alias</a:t>
            </a:r>
            <a:r>
              <a:rPr lang="ko-KR" altLang="en-US" sz="3400" dirty="0"/>
              <a:t>를 설정</a:t>
            </a:r>
            <a:endParaRPr lang="en-US" altLang="ko-KR" sz="3400" dirty="0"/>
          </a:p>
          <a:p>
            <a:pPr>
              <a:buFont typeface="Arial" panose="020B0604020202020204" pitchFamily="34" charset="0"/>
              <a:buChar char="•"/>
            </a:pP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endParaRPr lang="en-US" altLang="ko-KR" sz="14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816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63610" y="2965622"/>
            <a:ext cx="79577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 smtClean="0"/>
              <a:t>수고하셨습니다</a:t>
            </a:r>
            <a:r>
              <a:rPr lang="en-US" altLang="ko-KR" sz="5400" dirty="0" smtClean="0"/>
              <a:t>.</a:t>
            </a:r>
            <a:endParaRPr lang="ko-KR" altLang="en-US" sz="5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670" y="172994"/>
            <a:ext cx="3778953" cy="3468130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>
          <a:xfrm>
            <a:off x="1746422" y="3888952"/>
            <a:ext cx="49838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356822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9158</TotalTime>
  <Words>176</Words>
  <Application>Microsoft Office PowerPoint</Application>
  <PresentationFormat>와이드스크린</PresentationFormat>
  <Paragraphs>81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Arial</vt:lpstr>
      <vt:lpstr>Calibri</vt:lpstr>
      <vt:lpstr>Calibri Light</vt:lpstr>
      <vt:lpstr>추억</vt:lpstr>
      <vt:lpstr>우분투 리눅스 실습 4주차</vt:lpstr>
      <vt:lpstr>실습 조교</vt:lpstr>
      <vt:lpstr>유의 사항</vt:lpstr>
      <vt:lpstr>실습 제출 방식</vt:lpstr>
      <vt:lpstr>준비 사항</vt:lpstr>
      <vt:lpstr>실습 문제(1/4)</vt:lpstr>
      <vt:lpstr>실습 문제(2/4)</vt:lpstr>
      <vt:lpstr>실습 문제(3/4)</vt:lpstr>
      <vt:lpstr>실습 문제 (4/4)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우분투 리눅스 실습 1주차</dc:title>
  <dc:creator>KYJ</dc:creator>
  <cp:lastModifiedBy>KYJ</cp:lastModifiedBy>
  <cp:revision>223</cp:revision>
  <dcterms:created xsi:type="dcterms:W3CDTF">2016-08-12T07:51:28Z</dcterms:created>
  <dcterms:modified xsi:type="dcterms:W3CDTF">2016-10-04T04:18:35Z</dcterms:modified>
</cp:coreProperties>
</file>