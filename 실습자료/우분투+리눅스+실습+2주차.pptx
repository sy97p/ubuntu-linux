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8" r:id="rId4"/>
    <p:sldId id="284" r:id="rId5"/>
    <p:sldId id="271" r:id="rId6"/>
    <p:sldId id="289" r:id="rId7"/>
    <p:sldId id="283" r:id="rId8"/>
    <p:sldId id="282" r:id="rId9"/>
  </p:sldIdLst>
  <p:sldSz cx="12192000" cy="6858000"/>
  <p:notesSz cx="6797675" cy="9874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9/13/2016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2</a:t>
            </a:r>
            <a:r>
              <a:rPr lang="ko-KR" altLang="en-US" sz="2800" dirty="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디렉터리와 파일 사용하기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</a:t>
            </a:r>
            <a:r>
              <a:rPr lang="ko-KR" altLang="en-US" sz="1800" dirty="0" err="1" smtClean="0"/>
              <a:t>따라해</a:t>
            </a:r>
            <a:r>
              <a:rPr lang="ko-KR" altLang="en-US" sz="1800" dirty="0" smtClean="0"/>
              <a:t> 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</a:t>
            </a:r>
            <a:r>
              <a:rPr lang="ko-KR" altLang="en-US" sz="1800" dirty="0" err="1" smtClean="0"/>
              <a:t>두사람</a:t>
            </a:r>
            <a:r>
              <a:rPr lang="ko-KR" altLang="en-US" sz="1800" dirty="0" smtClean="0"/>
              <a:t>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못한 경우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 </a:t>
            </a:r>
            <a:r>
              <a:rPr lang="en-US" altLang="ko-KR" sz="1800" dirty="0" smtClean="0"/>
              <a:t>(4</a:t>
            </a:r>
            <a:r>
              <a:rPr lang="ko-KR" altLang="en-US" sz="1800" dirty="0" smtClean="0"/>
              <a:t>점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/home/user1</a:t>
            </a:r>
            <a:r>
              <a:rPr lang="ko-KR" altLang="en-US" sz="1600" dirty="0" smtClean="0"/>
              <a:t>에 자신의 학번으로 디렉터리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자신의 학번 디렉터리로 이동하여 </a:t>
            </a:r>
            <a:r>
              <a:rPr lang="en-US" altLang="ko-KR" sz="1600" dirty="0" smtClean="0"/>
              <a:t>test1, test2 </a:t>
            </a:r>
            <a:r>
              <a:rPr lang="ko-KR" altLang="en-US" sz="1600" dirty="0" smtClean="0"/>
              <a:t>디렉터리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test1 </a:t>
            </a:r>
            <a:r>
              <a:rPr lang="ko-KR" altLang="en-US" sz="1600" dirty="0" smtClean="0"/>
              <a:t>디렉터리에서 </a:t>
            </a:r>
            <a:r>
              <a:rPr lang="en-US" altLang="ko-KR" sz="1600" dirty="0" smtClean="0"/>
              <a:t>vi</a:t>
            </a:r>
            <a:r>
              <a:rPr lang="ko-KR" altLang="en-US" sz="1600" dirty="0" smtClean="0"/>
              <a:t>로 </a:t>
            </a:r>
            <a:r>
              <a:rPr lang="en-US" altLang="ko-KR" sz="1600" dirty="0" smtClean="0"/>
              <a:t>text </a:t>
            </a:r>
            <a:r>
              <a:rPr lang="ko-KR" altLang="en-US" sz="1600" dirty="0" smtClean="0"/>
              <a:t>파일을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 생성 한 후</a:t>
            </a:r>
            <a:r>
              <a:rPr lang="en-US" altLang="ko-KR" sz="1600" dirty="0" smtClean="0"/>
              <a:t>, test1 </a:t>
            </a:r>
            <a:r>
              <a:rPr lang="ko-KR" altLang="en-US" sz="1600" dirty="0" smtClean="0"/>
              <a:t>디렉터리를 </a:t>
            </a:r>
            <a:r>
              <a:rPr lang="en-US" altLang="ko-KR" sz="1600" dirty="0" smtClean="0"/>
              <a:t>test2 </a:t>
            </a:r>
            <a:r>
              <a:rPr lang="ko-KR" altLang="en-US" sz="1600" dirty="0" smtClean="0"/>
              <a:t>디렉터리에 </a:t>
            </a:r>
            <a:r>
              <a:rPr lang="ko-KR" altLang="en-US" sz="1600" dirty="0" smtClean="0"/>
              <a:t>복사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(text </a:t>
            </a:r>
            <a:r>
              <a:rPr lang="ko-KR" altLang="en-US" sz="1600" dirty="0" smtClean="0"/>
              <a:t>파일내용은 파워포인트 </a:t>
            </a:r>
            <a:r>
              <a:rPr lang="ko-KR" altLang="en-US" sz="1600" dirty="0"/>
              <a:t>뒤</a:t>
            </a:r>
            <a:r>
              <a:rPr lang="ko-KR" altLang="en-US" sz="1600" dirty="0" smtClean="0"/>
              <a:t> 페이지 대로 작성해 주세요</a:t>
            </a:r>
            <a:r>
              <a:rPr lang="en-US" altLang="ko-KR" sz="1600" dirty="0" smtClean="0"/>
              <a:t>)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test2 </a:t>
            </a:r>
            <a:r>
              <a:rPr lang="ko-KR" altLang="en-US" sz="1600" dirty="0" smtClean="0"/>
              <a:t>디렉터리에서 복사한 </a:t>
            </a:r>
            <a:r>
              <a:rPr lang="en-US" altLang="ko-KR" sz="1600" dirty="0" smtClean="0"/>
              <a:t>test1 </a:t>
            </a:r>
            <a:r>
              <a:rPr lang="ko-KR" altLang="en-US" sz="1600" dirty="0" smtClean="0"/>
              <a:t>디렉터리 이름을 </a:t>
            </a:r>
            <a:r>
              <a:rPr lang="en-US" altLang="ko-KR" sz="1600" dirty="0" smtClean="0"/>
              <a:t>test11</a:t>
            </a:r>
            <a:r>
              <a:rPr lang="ko-KR" altLang="en-US" sz="1600" dirty="0" smtClean="0"/>
              <a:t>로 변경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test11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text</a:t>
            </a:r>
            <a:r>
              <a:rPr lang="ko-KR" altLang="en-US" sz="1600" dirty="0" smtClean="0"/>
              <a:t>파일 </a:t>
            </a:r>
            <a:r>
              <a:rPr lang="ko-KR" altLang="en-US" sz="1600" dirty="0" smtClean="0"/>
              <a:t>이름을 </a:t>
            </a:r>
            <a:r>
              <a:rPr lang="en-US" altLang="ko-KR" sz="1600" dirty="0" smtClean="0"/>
              <a:t>data1</a:t>
            </a:r>
            <a:r>
              <a:rPr lang="ko-KR" altLang="en-US" sz="1600" dirty="0" smtClean="0"/>
              <a:t>로 변경 후</a:t>
            </a:r>
            <a:r>
              <a:rPr lang="en-US" altLang="ko-KR" sz="1600" dirty="0" smtClean="0"/>
              <a:t>, test1</a:t>
            </a:r>
            <a:r>
              <a:rPr lang="ko-KR" altLang="en-US" sz="1600" dirty="0" smtClean="0"/>
              <a:t>의 파일 이름과 </a:t>
            </a:r>
            <a:r>
              <a:rPr lang="ko-KR" altLang="en-US" sz="1600" dirty="0" smtClean="0"/>
              <a:t>비교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9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 </a:t>
            </a:r>
            <a:r>
              <a:rPr lang="ko-KR" altLang="en-US" dirty="0" smtClean="0"/>
              <a:t>파일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text </a:t>
            </a:r>
            <a:r>
              <a:rPr lang="ko-KR" altLang="en-US" sz="1800" dirty="0" smtClean="0"/>
              <a:t>파일 내용을 아래와 같이 작성하세요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각 단축키는 신경 쓰지 마시고 작성해주세요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5489" r="9653" b="4004"/>
          <a:stretch/>
        </p:blipFill>
        <p:spPr>
          <a:xfrm>
            <a:off x="2545491" y="2711558"/>
            <a:ext cx="6227807" cy="345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4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2</a:t>
            </a:r>
            <a:r>
              <a:rPr lang="ko-KR" altLang="en-US" sz="1800" dirty="0"/>
              <a:t>번 </a:t>
            </a:r>
            <a:r>
              <a:rPr lang="ko-KR" altLang="en-US" sz="1800" dirty="0" smtClean="0"/>
              <a:t>문제 </a:t>
            </a:r>
            <a:r>
              <a:rPr lang="en-US" altLang="ko-KR" sz="1800" dirty="0" smtClean="0"/>
              <a:t>(3</a:t>
            </a:r>
            <a:r>
              <a:rPr lang="ko-KR" altLang="en-US" sz="1800" dirty="0" smtClean="0"/>
              <a:t>점</a:t>
            </a:r>
            <a:r>
              <a:rPr lang="en-US" altLang="ko-KR" sz="1800" dirty="0" smtClean="0"/>
              <a:t>)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	- </a:t>
            </a:r>
            <a:r>
              <a:rPr lang="en-US" altLang="ko-KR" sz="1600" dirty="0" smtClean="0"/>
              <a:t>test11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디렉터리에 </a:t>
            </a:r>
            <a:r>
              <a:rPr lang="ko-KR" altLang="en-US" sz="1600" dirty="0" smtClean="0"/>
              <a:t>있는 </a:t>
            </a:r>
            <a:r>
              <a:rPr lang="en-US" altLang="ko-KR" sz="1600" dirty="0" smtClean="0"/>
              <a:t>data1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파일의 하드링크와 </a:t>
            </a:r>
            <a:r>
              <a:rPr lang="ko-KR" altLang="en-US" sz="1600" dirty="0" err="1"/>
              <a:t>심벌릭</a:t>
            </a:r>
            <a:r>
              <a:rPr lang="ko-KR" altLang="en-US" sz="1600" dirty="0"/>
              <a:t> 링크를 </a:t>
            </a:r>
            <a:r>
              <a:rPr lang="en-US" altLang="ko-KR" sz="1600" dirty="0" smtClean="0"/>
              <a:t>test11</a:t>
            </a:r>
            <a:r>
              <a:rPr lang="ko-KR" altLang="en-US" sz="1600" dirty="0" smtClean="0"/>
              <a:t>디렉터리에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err="1" smtClean="0"/>
              <a:t>inode</a:t>
            </a:r>
            <a:r>
              <a:rPr lang="ko-KR" altLang="en-US" sz="1600" dirty="0"/>
              <a:t>를 원본 파일과 </a:t>
            </a:r>
            <a:r>
              <a:rPr lang="ko-KR" altLang="en-US" sz="1600" dirty="0" smtClean="0"/>
              <a:t>비교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   (</a:t>
            </a:r>
            <a:r>
              <a:rPr lang="ko-KR" altLang="en-US" sz="1600" dirty="0"/>
              <a:t>하드링크 </a:t>
            </a:r>
            <a:r>
              <a:rPr lang="en-US" altLang="ko-KR" sz="1600" dirty="0"/>
              <a:t>: </a:t>
            </a:r>
            <a:r>
              <a:rPr lang="en-US" altLang="ko-KR" sz="1600" dirty="0" smtClean="0"/>
              <a:t>data1.ln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,       </a:t>
            </a:r>
            <a:r>
              <a:rPr lang="ko-KR" altLang="en-US" sz="1600" dirty="0" err="1"/>
              <a:t>심벌릭</a:t>
            </a:r>
            <a:r>
              <a:rPr lang="ko-KR" altLang="en-US" sz="1600" dirty="0"/>
              <a:t> 링크 </a:t>
            </a:r>
            <a:r>
              <a:rPr lang="en-US" altLang="ko-KR" sz="1600" dirty="0"/>
              <a:t>: </a:t>
            </a:r>
            <a:r>
              <a:rPr lang="en-US" altLang="ko-KR" sz="1600" dirty="0" smtClean="0"/>
              <a:t>data1.sl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3</a:t>
            </a:r>
            <a:r>
              <a:rPr lang="ko-KR" altLang="en-US" sz="1800" dirty="0" smtClean="0"/>
              <a:t>번 문제 </a:t>
            </a:r>
            <a:r>
              <a:rPr lang="en-US" altLang="ko-KR" sz="1800" dirty="0" smtClean="0"/>
              <a:t>(3</a:t>
            </a:r>
            <a:r>
              <a:rPr lang="ko-KR" altLang="en-US" sz="1800" dirty="0" smtClean="0"/>
              <a:t>점</a:t>
            </a:r>
            <a:r>
              <a:rPr lang="en-US" altLang="ko-KR" sz="1800" dirty="0" smtClean="0"/>
              <a:t>)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/>
              <a:t>test1 </a:t>
            </a:r>
            <a:r>
              <a:rPr lang="ko-KR" altLang="en-US" sz="1600" dirty="0" smtClean="0"/>
              <a:t>디렉터리의 </a:t>
            </a:r>
            <a:r>
              <a:rPr lang="en-US" altLang="ko-KR" sz="1600" dirty="0" smtClean="0"/>
              <a:t>text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파일에서 </a:t>
            </a:r>
            <a:r>
              <a:rPr lang="en-US" altLang="ko-KR" sz="1600" dirty="0" smtClean="0"/>
              <a:t>“you”</a:t>
            </a:r>
            <a:r>
              <a:rPr lang="ko-KR" altLang="en-US" sz="1600" dirty="0"/>
              <a:t>가</a:t>
            </a:r>
            <a:r>
              <a:rPr lang="ko-KR" altLang="en-US" sz="1600" dirty="0" smtClean="0"/>
              <a:t> 포함된 행을 찾아 행 번호와 함께 출력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- 2</a:t>
            </a:r>
            <a:r>
              <a:rPr lang="ko-KR" altLang="en-US" sz="1600" dirty="0" smtClean="0"/>
              <a:t>번 문제에서 만든 </a:t>
            </a:r>
            <a:r>
              <a:rPr lang="en-US" altLang="ko-KR" sz="1600" dirty="0" smtClean="0"/>
              <a:t>data1.ln</a:t>
            </a:r>
            <a:r>
              <a:rPr lang="ko-KR" altLang="en-US" sz="1600" dirty="0" smtClean="0"/>
              <a:t>을 홈 디렉터리에서 찾아 </a:t>
            </a:r>
            <a:r>
              <a:rPr lang="en-US" altLang="ko-KR" sz="1600" dirty="0" smtClean="0"/>
              <a:t>test2 </a:t>
            </a:r>
            <a:r>
              <a:rPr lang="ko-KR" altLang="en-US" sz="1600" dirty="0" smtClean="0"/>
              <a:t>디렉터리로 복사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 </a:t>
            </a:r>
            <a:r>
              <a:rPr lang="en-US" altLang="ko-KR" sz="1600" dirty="0" smtClean="0"/>
              <a:t> (find </a:t>
            </a:r>
            <a:r>
              <a:rPr lang="ko-KR" altLang="en-US" sz="1600" dirty="0" smtClean="0"/>
              <a:t>명령어 사용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4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5682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4980</TotalTime>
  <Words>138</Words>
  <Application>Microsoft Office PowerPoint</Application>
  <PresentationFormat>와이드스크린</PresentationFormat>
  <Paragraphs>62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Calibri</vt:lpstr>
      <vt:lpstr>Calibri Light</vt:lpstr>
      <vt:lpstr>추억</vt:lpstr>
      <vt:lpstr>우분투 리눅스 실습 2주차</vt:lpstr>
      <vt:lpstr>실습 조교</vt:lpstr>
      <vt:lpstr>유의 사항</vt:lpstr>
      <vt:lpstr>실습 제출 방식</vt:lpstr>
      <vt:lpstr>실습(1/2)</vt:lpstr>
      <vt:lpstr>Text 파일</vt:lpstr>
      <vt:lpstr>실습(2/2)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155</cp:revision>
  <cp:lastPrinted>2016-09-13T03:48:38Z</cp:lastPrinted>
  <dcterms:created xsi:type="dcterms:W3CDTF">2016-08-12T07:51:28Z</dcterms:created>
  <dcterms:modified xsi:type="dcterms:W3CDTF">2016-09-13T03:53:29Z</dcterms:modified>
</cp:coreProperties>
</file>