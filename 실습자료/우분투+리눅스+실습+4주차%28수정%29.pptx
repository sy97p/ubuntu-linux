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2"/>
  </p:notesMasterIdLst>
  <p:sldIdLst>
    <p:sldId id="256" r:id="rId2"/>
    <p:sldId id="258" r:id="rId3"/>
    <p:sldId id="288" r:id="rId4"/>
    <p:sldId id="284" r:id="rId5"/>
    <p:sldId id="289" r:id="rId6"/>
    <p:sldId id="290" r:id="rId7"/>
    <p:sldId id="293" r:id="rId8"/>
    <p:sldId id="297" r:id="rId9"/>
    <p:sldId id="298" r:id="rId10"/>
    <p:sldId id="282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42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F68BFE-6372-4246-8557-4AE99E899A5D}" type="datetimeFigureOut">
              <a:rPr lang="ko-KR" altLang="en-US" smtClean="0"/>
              <a:t>2016-10-04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3A106A-7E63-4C25-A546-4E4846D8307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0779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85BE0-DBE1-4747-AA2B-6D979F779D6A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8641FA-6C53-4018-B466-387AE8E67218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FDC4F2-367A-4668-A80F-7AF4B6A37A30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6418E-50CA-4773-AE9D-5CC39B40BCC4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F0B7E9-191A-47BA-BEF8-F11D59209E86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E5BEA-82CF-4D1F-B369-76BC15248C40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9BCEA-3E86-431D-8DC5-B168B1591439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BB9B1B-D821-40F9-9813-A77F3B9872B4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DBC08A-0BF4-4871-9BBF-9F7F4158D3C1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D0A1AB-2439-4B11-8FF3-947CDD6736AA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209BF6-086D-479F-B13D-437E714183DE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08EC602-AAD9-4F26-991F-942DB04F885E}" type="datetime1">
              <a:rPr lang="en-US" altLang="ko-KR" smtClean="0"/>
              <a:t>10/4/2016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h931123@gmail.com" TargetMode="External"/><Relationship Id="rId2" Type="http://schemas.openxmlformats.org/officeDocument/2006/relationships/hyperlink" Target="mailto:lakeeye1220@gmail.com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 err="1" smtClean="0"/>
              <a:t>우분투</a:t>
            </a:r>
            <a:r>
              <a:rPr lang="ko-KR" altLang="en-US" dirty="0" smtClean="0"/>
              <a:t> </a:t>
            </a:r>
            <a:r>
              <a:rPr lang="ko-KR" altLang="en-US" dirty="0" err="1" smtClean="0"/>
              <a:t>리눅스</a:t>
            </a:r>
            <a:r>
              <a:rPr lang="ko-KR" altLang="en-US" dirty="0" smtClean="0"/>
              <a:t> </a:t>
            </a:r>
            <a:r>
              <a:rPr lang="ko-KR" altLang="en-US" sz="2800" dirty="0" smtClean="0"/>
              <a:t>실습 </a:t>
            </a:r>
            <a:r>
              <a:rPr lang="en-US" altLang="ko-KR" sz="2800" dirty="0"/>
              <a:t>4</a:t>
            </a:r>
            <a:r>
              <a:rPr lang="ko-KR" altLang="en-US" sz="2800" smtClean="0"/>
              <a:t>주차</a:t>
            </a:r>
            <a:endParaRPr lang="ko-KR" altLang="en-US" sz="2800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tx1"/>
                </a:solidFill>
              </a:rPr>
              <a:t>4</a:t>
            </a:r>
            <a:r>
              <a:rPr lang="ko-KR" altLang="en-US" dirty="0" smtClean="0">
                <a:solidFill>
                  <a:schemeClr val="tx1"/>
                </a:solidFill>
              </a:rPr>
              <a:t>장 </a:t>
            </a:r>
            <a:r>
              <a:rPr lang="en-US" altLang="ko-KR" dirty="0" smtClean="0">
                <a:solidFill>
                  <a:schemeClr val="tx1"/>
                </a:solidFill>
              </a:rPr>
              <a:t>– </a:t>
            </a:r>
            <a:r>
              <a:rPr lang="ko-KR" altLang="en-US" dirty="0" err="1" smtClean="0">
                <a:solidFill>
                  <a:schemeClr val="tx1"/>
                </a:solidFill>
              </a:rPr>
              <a:t>쉘</a:t>
            </a:r>
            <a:r>
              <a:rPr lang="ko-KR" altLang="en-US" dirty="0" smtClean="0">
                <a:solidFill>
                  <a:schemeClr val="tx1"/>
                </a:solidFill>
              </a:rPr>
              <a:t> 사용하기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979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조교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김유진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- 010 7550 0882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en-US" altLang="ko-KR" sz="1600" dirty="0" smtClean="0">
                <a:hlinkClick r:id="rId2"/>
              </a:rPr>
              <a:t>lakeeye1220@gmail.com</a:t>
            </a:r>
            <a:endParaRPr lang="en-US" altLang="ko-KR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err="1" smtClean="0"/>
              <a:t>허서훈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dirty="0" smtClean="0"/>
              <a:t>- </a:t>
            </a:r>
            <a:r>
              <a:rPr lang="en-US" altLang="ko-KR" sz="1600" dirty="0" smtClean="0"/>
              <a:t>010 2030 5889</a:t>
            </a:r>
          </a:p>
          <a:p>
            <a:pPr marL="0" indent="0">
              <a:buNone/>
            </a:pPr>
            <a:r>
              <a:rPr lang="en-US" altLang="ko-KR" sz="1600" dirty="0"/>
              <a:t>	- </a:t>
            </a:r>
            <a:r>
              <a:rPr lang="en-US" altLang="ko-KR" sz="1600" dirty="0" smtClean="0">
                <a:hlinkClick r:id="rId3"/>
              </a:rPr>
              <a:t>sh931123@gmail.com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600" dirty="0"/>
              <a:t> </a:t>
            </a:r>
            <a:r>
              <a:rPr lang="ko-KR" altLang="en-US" sz="1600" dirty="0" smtClean="0"/>
              <a:t>연구실 </a:t>
            </a:r>
            <a:r>
              <a:rPr lang="en-US" altLang="ko-KR" sz="1600" dirty="0" smtClean="0"/>
              <a:t>: 513</a:t>
            </a:r>
            <a:r>
              <a:rPr lang="ko-KR" altLang="en-US" sz="1600" dirty="0" smtClean="0"/>
              <a:t>호 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문의 사항은 문자 또는 </a:t>
            </a:r>
            <a:r>
              <a:rPr lang="en-US" altLang="ko-KR" sz="1600" dirty="0" smtClean="0"/>
              <a:t>email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084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유의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이론 수업 후에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책에 있는 예제를 직접 </a:t>
            </a:r>
            <a:r>
              <a:rPr lang="ko-KR" altLang="en-US" sz="1800" dirty="0" err="1" smtClean="0"/>
              <a:t>따라해</a:t>
            </a:r>
            <a:r>
              <a:rPr lang="ko-KR" altLang="en-US" sz="1800" dirty="0" smtClean="0"/>
              <a:t> 보는 것이 좋습니다</a:t>
            </a:r>
            <a:r>
              <a:rPr lang="en-US" altLang="ko-KR" sz="18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실습을 먼저 완료한 학생은 실습실을 나가거나</a:t>
            </a:r>
            <a:r>
              <a:rPr lang="en-US" altLang="ko-KR" sz="1800" dirty="0" smtClean="0"/>
              <a:t>,</a:t>
            </a:r>
            <a:r>
              <a:rPr lang="ko-KR" altLang="en-US" sz="1800" dirty="0" smtClean="0"/>
              <a:t> 자신의 자리에서 다른 공부를 하시길 바랍니다</a:t>
            </a:r>
            <a:r>
              <a:rPr lang="en-US" altLang="ko-KR" sz="1800" dirty="0" smtClean="0"/>
              <a:t>.</a:t>
            </a:r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실습을 완료한 친구는 다른 친구들에게 논리적인 오류의 힌트를 주는 것은 괜찮지만 코드 대부분을 알려주는 경우에 두 사람 모두 감점조치를 취하겠습니다</a:t>
            </a:r>
            <a:r>
              <a:rPr lang="en-US" altLang="ko-KR" sz="1800" dirty="0" smtClean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</a:t>
            </a:r>
            <a:r>
              <a:rPr lang="ko-KR" altLang="en-US" sz="1800" dirty="0" smtClean="0"/>
              <a:t>제출한 실습 파일의 코드가 다른 사람과 동일 할 시</a:t>
            </a:r>
            <a:r>
              <a:rPr lang="en-US" altLang="ko-KR" sz="1800" dirty="0" smtClean="0"/>
              <a:t>, </a:t>
            </a:r>
            <a:r>
              <a:rPr lang="ko-KR" altLang="en-US" sz="1800" dirty="0" smtClean="0"/>
              <a:t>감점 조치를 취하겠습니다</a:t>
            </a:r>
            <a:r>
              <a:rPr lang="en-US" altLang="ko-KR" sz="1800" dirty="0" smtClean="0"/>
              <a:t>.</a:t>
            </a:r>
            <a:endParaRPr lang="ko-KR" altLang="en-US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27318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제출 방식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373834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smtClean="0"/>
              <a:t>실습 시간 내에 검사를 받지 </a:t>
            </a:r>
            <a:r>
              <a:rPr lang="ko-KR" altLang="en-US" sz="1800" dirty="0" err="1" smtClean="0"/>
              <a:t>못한경우</a:t>
            </a:r>
            <a:r>
              <a:rPr lang="ko-KR" altLang="en-US" sz="1800" dirty="0" smtClean="0"/>
              <a:t> </a:t>
            </a: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제출 파일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실습 코드 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파일 저장 </a:t>
            </a:r>
            <a:r>
              <a:rPr lang="en-US" altLang="ko-KR" sz="1600" dirty="0" smtClean="0"/>
              <a:t>: n</a:t>
            </a:r>
            <a:r>
              <a:rPr lang="ko-KR" altLang="en-US" sz="1600" dirty="0" smtClean="0"/>
              <a:t>번 코드</a:t>
            </a:r>
            <a:r>
              <a:rPr lang="en-US" altLang="ko-KR" sz="1600" dirty="0" smtClean="0"/>
              <a:t>)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 smtClean="0"/>
              <a:t>	-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각 실습 문제에 대한 결과 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</a:t>
            </a:r>
            <a:r>
              <a:rPr lang="en-US" altLang="ko-KR" sz="1600" dirty="0" smtClean="0"/>
              <a:t>(</a:t>
            </a:r>
            <a:r>
              <a:rPr lang="ko-KR" altLang="en-US" sz="1600" dirty="0" err="1" smtClean="0"/>
              <a:t>캡처</a:t>
            </a:r>
            <a:r>
              <a:rPr lang="ko-KR" altLang="en-US" sz="1600" dirty="0" smtClean="0"/>
              <a:t> 파일 저장 </a:t>
            </a:r>
            <a:r>
              <a:rPr lang="en-US" altLang="ko-KR" sz="1600" dirty="0" smtClean="0"/>
              <a:t>: n</a:t>
            </a:r>
            <a:r>
              <a:rPr lang="ko-KR" altLang="en-US" sz="1600" dirty="0" smtClean="0"/>
              <a:t>번 결과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/>
              <a:t> </a:t>
            </a:r>
            <a:r>
              <a:rPr lang="ko-KR" altLang="en-US" sz="1800" dirty="0" smtClean="0"/>
              <a:t>메일 제목 </a:t>
            </a:r>
            <a:r>
              <a:rPr lang="en-US" altLang="ko-KR" sz="1800" dirty="0" smtClean="0"/>
              <a:t>&amp; </a:t>
            </a:r>
            <a:r>
              <a:rPr lang="ko-KR" altLang="en-US" sz="1800" dirty="0" smtClean="0"/>
              <a:t>파일 제목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[</a:t>
            </a:r>
            <a:r>
              <a:rPr lang="ko-KR" altLang="en-US" sz="1600" dirty="0" err="1" smtClean="0"/>
              <a:t>리눅스</a:t>
            </a:r>
            <a:r>
              <a:rPr lang="en-US" altLang="ko-KR" sz="1600" dirty="0" smtClean="0"/>
              <a:t>]n</a:t>
            </a:r>
            <a:r>
              <a:rPr lang="ko-KR" altLang="en-US" sz="1600" dirty="0" smtClean="0"/>
              <a:t>주차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학번</a:t>
            </a:r>
            <a:r>
              <a:rPr lang="en-US" altLang="ko-KR" sz="1600" dirty="0" smtClean="0"/>
              <a:t>_</a:t>
            </a:r>
            <a:r>
              <a:rPr lang="ko-KR" altLang="en-US" sz="1600" dirty="0" smtClean="0"/>
              <a:t>이름</a:t>
            </a:r>
            <a:endParaRPr lang="en-US" altLang="ko-KR" sz="1600" dirty="0" smtClean="0"/>
          </a:p>
          <a:p>
            <a:pPr marL="0" indent="0">
              <a:buNone/>
            </a:pPr>
            <a:endParaRPr lang="en-US" altLang="ko-KR" sz="1800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sz="1800" dirty="0" smtClean="0"/>
              <a:t>제출 기한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실습이 이루어진 주의 </a:t>
            </a:r>
            <a:r>
              <a:rPr lang="ko-KR" altLang="en-US" sz="1600" b="1" dirty="0" smtClean="0">
                <a:solidFill>
                  <a:srgbClr val="FF0000"/>
                </a:solidFill>
              </a:rPr>
              <a:t>토요일</a:t>
            </a:r>
            <a:r>
              <a:rPr lang="ko-KR" altLang="en-US" sz="1600" dirty="0" smtClean="0"/>
              <a:t> 자정</a:t>
            </a:r>
            <a:r>
              <a:rPr lang="en-US" altLang="ko-KR" sz="1600" dirty="0"/>
              <a:t> </a:t>
            </a:r>
            <a:r>
              <a:rPr lang="ko-KR" altLang="en-US" sz="1600" dirty="0" smtClean="0"/>
              <a:t>까지 </a:t>
            </a:r>
            <a:r>
              <a:rPr lang="en-US" altLang="ko-KR" sz="1600" dirty="0" smtClean="0"/>
              <a:t>(AM 12:00)  </a:t>
            </a:r>
          </a:p>
          <a:p>
            <a:pPr marL="0" indent="0">
              <a:buNone/>
            </a:pP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343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준비 사항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dirty="0" smtClean="0"/>
              <a:t> </a:t>
            </a:r>
            <a:r>
              <a:rPr lang="ko-KR" altLang="en-US" sz="1800" dirty="0" err="1" smtClean="0"/>
              <a:t>리눅스</a:t>
            </a:r>
            <a:r>
              <a:rPr lang="ko-KR" altLang="en-US" sz="1800" dirty="0" smtClean="0"/>
              <a:t> 사용자 </a:t>
            </a: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800" dirty="0"/>
              <a:t>	</a:t>
            </a:r>
            <a:r>
              <a:rPr lang="en-US" altLang="ko-KR" sz="1600" dirty="0" smtClean="0"/>
              <a:t> - </a:t>
            </a:r>
            <a:r>
              <a:rPr lang="ko-KR" altLang="en-US" sz="1600" dirty="0" smtClean="0"/>
              <a:t>사용자 계정 </a:t>
            </a:r>
            <a:r>
              <a:rPr lang="en-US" altLang="ko-KR" sz="1600" dirty="0" smtClean="0"/>
              <a:t>: user1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 - </a:t>
            </a:r>
            <a:r>
              <a:rPr lang="ko-KR" altLang="en-US" sz="1600" dirty="0" smtClean="0"/>
              <a:t>사용자 비밀번호 </a:t>
            </a:r>
            <a:r>
              <a:rPr lang="en-US" altLang="ko-KR" sz="1600" dirty="0" smtClean="0"/>
              <a:t>: ubuntu1</a:t>
            </a:r>
          </a:p>
          <a:p>
            <a:pPr marL="0" indent="0">
              <a:buNone/>
            </a:pPr>
            <a:endParaRPr lang="en-US" altLang="ko-KR" sz="1600" dirty="0"/>
          </a:p>
          <a:p>
            <a:pPr marL="0" indent="0">
              <a:buNone/>
            </a:pPr>
            <a:endParaRPr lang="en-US" altLang="ko-KR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3116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 </a:t>
            </a:r>
            <a:r>
              <a:rPr lang="en-US" altLang="ko-KR" dirty="0" smtClean="0"/>
              <a:t>(1/2)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1</a:t>
            </a:r>
            <a:r>
              <a:rPr lang="ko-KR" altLang="en-US" sz="1800" dirty="0" smtClean="0"/>
              <a:t>번 문제</a:t>
            </a:r>
            <a:endParaRPr lang="en-US" altLang="ko-KR" sz="18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sz="1600" dirty="0" err="1" smtClean="0"/>
              <a:t>조건문을</a:t>
            </a:r>
            <a:r>
              <a:rPr lang="ko-KR" altLang="en-US" sz="1600" dirty="0" smtClean="0"/>
              <a:t> 통해 숫자의 일치 여부를 검사하는 </a:t>
            </a:r>
            <a:r>
              <a:rPr lang="ko-KR" altLang="en-US" sz="1600" dirty="0" err="1" smtClean="0"/>
              <a:t>반복문을</a:t>
            </a:r>
            <a:r>
              <a:rPr lang="ko-KR" altLang="en-US" sz="1600" dirty="0" smtClean="0"/>
              <a:t> 생성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dirty="0"/>
              <a:t>	</a:t>
            </a:r>
            <a:r>
              <a:rPr lang="en-US" altLang="ko-KR" sz="1600" dirty="0" smtClean="0"/>
              <a:t>- week5 </a:t>
            </a:r>
            <a:r>
              <a:rPr lang="ko-KR" altLang="en-US" sz="1600" dirty="0" smtClean="0"/>
              <a:t>디렉터리 생성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compare.sh </a:t>
            </a:r>
            <a:r>
              <a:rPr lang="ko-KR" altLang="en-US" sz="1600" dirty="0" smtClean="0"/>
              <a:t>생성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비교될 값을 입력 받는다</a:t>
            </a:r>
            <a:r>
              <a:rPr lang="en-US" altLang="ko-KR" sz="1600" dirty="0" smtClean="0"/>
              <a:t>.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비교할 값을 입력 받아 일치하는지 검사한다</a:t>
            </a:r>
            <a:r>
              <a:rPr lang="en-US" altLang="ko-KR" sz="1600" dirty="0" smtClean="0"/>
              <a:t>.(</a:t>
            </a:r>
            <a:r>
              <a:rPr lang="ko-KR" altLang="en-US" sz="1600" dirty="0" smtClean="0"/>
              <a:t>반복</a:t>
            </a:r>
            <a:r>
              <a:rPr lang="en-US" altLang="ko-KR" sz="1600" dirty="0" smtClean="0"/>
              <a:t>)</a:t>
            </a:r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 smtClean="0"/>
              <a:t>일치하면 종료</a:t>
            </a: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6</a:t>
            </a:fld>
            <a:endParaRPr 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4492" y="2785676"/>
            <a:ext cx="3391703" cy="2313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41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 문제 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 lang="ko-KR" altLang="en-US" dirty="0" smtClean="0"/>
              <a:t>비교될 값을 입력 받는다</a:t>
            </a:r>
            <a:r>
              <a:rPr lang="en-US" altLang="ko-KR" dirty="0" smtClean="0"/>
              <a:t>.(compare number)</a:t>
            </a:r>
          </a:p>
          <a:p>
            <a:pPr lvl="1"/>
            <a:r>
              <a:rPr lang="en-US" altLang="ko-KR" dirty="0" smtClean="0"/>
              <a:t>Loop(1){</a:t>
            </a:r>
          </a:p>
          <a:p>
            <a:pPr marL="384048" lvl="2" indent="0">
              <a:buNone/>
            </a:pPr>
            <a:r>
              <a:rPr lang="en-US" altLang="ko-KR" dirty="0" smtClean="0"/>
              <a:t>	</a:t>
            </a:r>
            <a:r>
              <a:rPr lang="ko-KR" altLang="en-US" dirty="0" smtClean="0"/>
              <a:t>비교할 값을 입력 받는다</a:t>
            </a:r>
            <a:r>
              <a:rPr lang="en-US" altLang="ko-KR" dirty="0" smtClean="0"/>
              <a:t>.(input number)</a:t>
            </a:r>
          </a:p>
          <a:p>
            <a:pPr marL="384048" lvl="2" indent="0">
              <a:buNone/>
            </a:pPr>
            <a:r>
              <a:rPr lang="en-US" altLang="ko-KR" dirty="0" smtClean="0"/>
              <a:t>	if(input number &gt; compare number)</a:t>
            </a:r>
          </a:p>
          <a:p>
            <a:pPr marL="384048" lvl="2" indent="0">
              <a:buNone/>
            </a:pPr>
            <a:r>
              <a:rPr lang="en-US" altLang="ko-KR" dirty="0"/>
              <a:t>	</a:t>
            </a:r>
            <a:r>
              <a:rPr lang="en-US" altLang="ko-KR" dirty="0" smtClean="0"/>
              <a:t>	input</a:t>
            </a:r>
            <a:r>
              <a:rPr lang="ko-KR" altLang="en-US" dirty="0" smtClean="0"/>
              <a:t>은 </a:t>
            </a:r>
            <a:r>
              <a:rPr lang="en-US" altLang="ko-KR" dirty="0" smtClean="0"/>
              <a:t>compare </a:t>
            </a:r>
            <a:r>
              <a:rPr lang="ko-KR" altLang="en-US" dirty="0" smtClean="0"/>
              <a:t>보다 크다</a:t>
            </a:r>
            <a:r>
              <a:rPr lang="en-US" altLang="ko-KR" dirty="0" smtClean="0"/>
              <a:t>.</a:t>
            </a:r>
          </a:p>
          <a:p>
            <a:pPr marL="384048" lvl="2" indent="0">
              <a:buNone/>
            </a:pPr>
            <a:r>
              <a:rPr lang="en-US" altLang="ko-KR" dirty="0" smtClean="0"/>
              <a:t>	else if(input </a:t>
            </a:r>
            <a:r>
              <a:rPr lang="en-US" altLang="ko-KR" dirty="0"/>
              <a:t>number </a:t>
            </a:r>
            <a:r>
              <a:rPr lang="en-US" altLang="ko-KR" dirty="0" smtClean="0"/>
              <a:t>&lt; </a:t>
            </a:r>
            <a:r>
              <a:rPr lang="en-US" altLang="ko-KR" dirty="0"/>
              <a:t>compare number)</a:t>
            </a:r>
          </a:p>
          <a:p>
            <a:pPr marL="384048" lvl="2" indent="0">
              <a:buNone/>
            </a:pPr>
            <a:r>
              <a:rPr lang="en-US" altLang="ko-KR" dirty="0" smtClean="0"/>
              <a:t>	</a:t>
            </a:r>
            <a:r>
              <a:rPr lang="en-US" altLang="ko-KR" dirty="0"/>
              <a:t>	input</a:t>
            </a:r>
            <a:r>
              <a:rPr lang="ko-KR" altLang="en-US" dirty="0"/>
              <a:t>은 </a:t>
            </a:r>
            <a:r>
              <a:rPr lang="en-US" altLang="ko-KR" dirty="0"/>
              <a:t>compare </a:t>
            </a:r>
            <a:r>
              <a:rPr lang="ko-KR" altLang="en-US" dirty="0"/>
              <a:t>보다 </a:t>
            </a:r>
            <a:r>
              <a:rPr lang="ko-KR" altLang="en-US" dirty="0" smtClean="0"/>
              <a:t>작다</a:t>
            </a:r>
            <a:r>
              <a:rPr lang="en-US" altLang="ko-KR" dirty="0"/>
              <a:t>.</a:t>
            </a:r>
          </a:p>
          <a:p>
            <a:pPr marL="384048" lvl="2" indent="0">
              <a:buNone/>
            </a:pPr>
            <a:r>
              <a:rPr lang="en-US" altLang="ko-KR" dirty="0" smtClean="0"/>
              <a:t>	else if(input </a:t>
            </a:r>
            <a:r>
              <a:rPr lang="en-US" altLang="ko-KR" dirty="0"/>
              <a:t>number </a:t>
            </a:r>
            <a:r>
              <a:rPr lang="en-US" altLang="ko-KR" dirty="0" smtClean="0"/>
              <a:t>== </a:t>
            </a:r>
            <a:r>
              <a:rPr lang="en-US" altLang="ko-KR" dirty="0"/>
              <a:t>compare number)</a:t>
            </a:r>
          </a:p>
          <a:p>
            <a:pPr marL="384048" lvl="2" indent="0">
              <a:buNone/>
            </a:pPr>
            <a:r>
              <a:rPr lang="en-US" altLang="ko-KR" dirty="0" smtClean="0"/>
              <a:t>	</a:t>
            </a:r>
            <a:r>
              <a:rPr lang="en-US" altLang="ko-KR" dirty="0"/>
              <a:t>	input</a:t>
            </a:r>
            <a:r>
              <a:rPr lang="ko-KR" altLang="en-US" dirty="0"/>
              <a:t>은 </a:t>
            </a:r>
            <a:r>
              <a:rPr lang="en-US" altLang="ko-KR" dirty="0" smtClean="0"/>
              <a:t>compare</a:t>
            </a:r>
            <a:r>
              <a:rPr lang="ko-KR" altLang="en-US" dirty="0" smtClean="0"/>
              <a:t>와 같다</a:t>
            </a:r>
            <a:r>
              <a:rPr lang="en-US" altLang="ko-KR" dirty="0" smtClean="0"/>
              <a:t>.</a:t>
            </a:r>
          </a:p>
          <a:p>
            <a:pPr marL="384048" lvl="2" indent="0">
              <a:buNone/>
            </a:pPr>
            <a:r>
              <a:rPr lang="en-US" altLang="ko-KR" dirty="0" smtClean="0"/>
              <a:t>	</a:t>
            </a:r>
            <a:r>
              <a:rPr lang="en-US" altLang="ko-KR" dirty="0"/>
              <a:t>	</a:t>
            </a:r>
            <a:r>
              <a:rPr lang="ko-KR" altLang="en-US" dirty="0" smtClean="0"/>
              <a:t>탈출</a:t>
            </a:r>
            <a:endParaRPr lang="en-US" altLang="ko-KR" dirty="0"/>
          </a:p>
          <a:p>
            <a:pPr marL="384048" lvl="2" indent="0">
              <a:buNone/>
            </a:pPr>
            <a:r>
              <a:rPr lang="en-US" altLang="ko-KR" dirty="0" smtClean="0"/>
              <a:t>}</a:t>
            </a:r>
            <a:endParaRPr lang="en-US" altLang="ko-KR" dirty="0"/>
          </a:p>
          <a:p>
            <a:pPr marL="384048" lvl="2" indent="0">
              <a:buNone/>
            </a:pPr>
            <a:endParaRPr lang="en-US" altLang="ko-KR" dirty="0" smtClean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951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067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2</a:t>
            </a:r>
            <a:r>
              <a:rPr lang="ko-KR" altLang="en-US" sz="1800" dirty="0" smtClean="0"/>
              <a:t>번 문제</a:t>
            </a:r>
            <a:endParaRPr lang="en-US" altLang="ko-KR" sz="18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ko-KR" sz="1600" dirty="0" smtClean="0"/>
              <a:t>Case </a:t>
            </a:r>
            <a:r>
              <a:rPr lang="ko-KR" altLang="en-US" sz="1600" dirty="0" smtClean="0"/>
              <a:t>문을 통해 조건에 맞는 </a:t>
            </a:r>
            <a:r>
              <a:rPr lang="en-US" altLang="ko-KR" sz="1600" dirty="0" smtClean="0"/>
              <a:t>case </a:t>
            </a:r>
            <a:r>
              <a:rPr lang="ko-KR" altLang="en-US" sz="1600" dirty="0" smtClean="0"/>
              <a:t>출력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 smtClean="0"/>
              <a:t>	- </a:t>
            </a:r>
            <a:r>
              <a:rPr lang="en-US" altLang="ko-KR" sz="1600" dirty="0"/>
              <a:t>week5 </a:t>
            </a:r>
            <a:r>
              <a:rPr lang="ko-KR" altLang="en-US" sz="1600" dirty="0"/>
              <a:t>디렉터리 </a:t>
            </a:r>
            <a:r>
              <a:rPr lang="ko-KR" altLang="en-US" sz="1600" dirty="0" smtClean="0"/>
              <a:t>생성 </a:t>
            </a:r>
            <a:r>
              <a:rPr lang="en-US" altLang="ko-KR" sz="1600" dirty="0" smtClean="0"/>
              <a:t>(1</a:t>
            </a:r>
            <a:r>
              <a:rPr lang="ko-KR" altLang="en-US" sz="1600" dirty="0" smtClean="0"/>
              <a:t>번 문제에서 생성한 </a:t>
            </a:r>
            <a:r>
              <a:rPr lang="ko-KR" altLang="en-US" sz="1600" dirty="0" err="1" smtClean="0"/>
              <a:t>디렉토리</a:t>
            </a:r>
            <a:r>
              <a:rPr lang="en-US" altLang="ko-KR" sz="1600" dirty="0" smtClean="0"/>
              <a:t>)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/>
              <a:t>- </a:t>
            </a:r>
            <a:r>
              <a:rPr lang="en-US" altLang="ko-KR" sz="1600" smtClean="0"/>
              <a:t>test.sh </a:t>
            </a:r>
            <a:r>
              <a:rPr lang="ko-KR" altLang="en-US" sz="1600" dirty="0"/>
              <a:t>생성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	- </a:t>
            </a:r>
            <a:r>
              <a:rPr lang="ko-KR" altLang="en-US" sz="1600" dirty="0" smtClean="0"/>
              <a:t>자신의 영어 이름 입력 </a:t>
            </a:r>
            <a:r>
              <a:rPr lang="en-US" altLang="ko-KR" sz="1600" dirty="0" smtClean="0"/>
              <a:t>ex) </a:t>
            </a:r>
            <a:r>
              <a:rPr lang="en-US" altLang="ko-KR" sz="1600" dirty="0" err="1" smtClean="0"/>
              <a:t>yujin</a:t>
            </a:r>
            <a:endParaRPr lang="en-US" altLang="ko-KR" sz="1600" dirty="0" smtClean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자신의 영어이름의 길이에 나머지 연산 </a:t>
            </a:r>
            <a:r>
              <a:rPr lang="en-US" altLang="ko-KR" sz="1600" dirty="0" smtClean="0"/>
              <a:t>(%)</a:t>
            </a:r>
            <a:endParaRPr lang="en-US" altLang="ko-KR" sz="1600" dirty="0"/>
          </a:p>
          <a:p>
            <a:pPr marL="0" indent="0">
              <a:buNone/>
            </a:pPr>
            <a:r>
              <a:rPr lang="en-US" altLang="ko-KR" sz="1600" dirty="0"/>
              <a:t>	</a:t>
            </a:r>
            <a:r>
              <a:rPr lang="en-US" altLang="ko-KR" sz="1600" dirty="0" smtClean="0"/>
              <a:t>- % </a:t>
            </a:r>
            <a:r>
              <a:rPr lang="en-US" altLang="ko-KR" sz="1600" dirty="0" smtClean="0">
                <a:solidFill>
                  <a:srgbClr val="FF0000"/>
                </a:solidFill>
              </a:rPr>
              <a:t>3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나머지 연산자</a:t>
            </a:r>
            <a:r>
              <a:rPr lang="en-US" altLang="ko-KR" sz="1600" dirty="0" smtClean="0"/>
              <a:t>) </a:t>
            </a:r>
            <a:r>
              <a:rPr lang="ko-KR" altLang="en-US" sz="1600" dirty="0" smtClean="0"/>
              <a:t>연산 값을  </a:t>
            </a:r>
            <a:r>
              <a:rPr lang="en-US" altLang="ko-KR" sz="1600" dirty="0" smtClean="0"/>
              <a:t>case</a:t>
            </a:r>
            <a:r>
              <a:rPr lang="ko-KR" altLang="en-US" sz="1600" dirty="0" smtClean="0"/>
              <a:t>문의 조건으로 설정</a:t>
            </a:r>
            <a:endParaRPr lang="en-US" altLang="ko-KR" sz="1600" dirty="0" smtClean="0"/>
          </a:p>
          <a:p>
            <a:pPr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나머지 연산자 결과 </a:t>
            </a:r>
            <a:r>
              <a:rPr lang="en-US" altLang="ko-KR" sz="1600" dirty="0" smtClean="0"/>
              <a:t>1</a:t>
            </a:r>
            <a:r>
              <a:rPr lang="ko-KR" altLang="en-US" sz="1600" dirty="0" smtClean="0"/>
              <a:t>인 경우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호스트 네임 출력</a:t>
            </a:r>
            <a:endParaRPr lang="en-US" altLang="ko-KR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나머지 연산자 결과 </a:t>
            </a:r>
            <a:r>
              <a:rPr lang="en-US" altLang="ko-KR" sz="1600" dirty="0" smtClean="0"/>
              <a:t>2</a:t>
            </a:r>
            <a:r>
              <a:rPr lang="ko-KR" altLang="en-US" sz="1600" dirty="0" smtClean="0"/>
              <a:t>인 경우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자신의 학번 출력</a:t>
            </a:r>
            <a:endParaRPr lang="en-US" altLang="ko-KR" sz="1600" dirty="0" smtClean="0"/>
          </a:p>
          <a:p>
            <a:pPr lvl="1">
              <a:buFont typeface="Arial" panose="020B0604020202020204" pitchFamily="34" charset="0"/>
              <a:buChar char="•"/>
            </a:pPr>
            <a:r>
              <a:rPr lang="ko-KR" altLang="en-US" sz="1600" dirty="0" smtClean="0"/>
              <a:t>나머지 연산자 결과 </a:t>
            </a:r>
            <a:r>
              <a:rPr lang="en-US" altLang="ko-KR" sz="1600" dirty="0" smtClean="0"/>
              <a:t>0</a:t>
            </a:r>
            <a:r>
              <a:rPr lang="ko-KR" altLang="en-US" sz="1600" dirty="0" smtClean="0"/>
              <a:t>인 경우 </a:t>
            </a:r>
            <a:r>
              <a:rPr lang="en-US" altLang="ko-KR" sz="1600" dirty="0" smtClean="0"/>
              <a:t>: </a:t>
            </a:r>
            <a:r>
              <a:rPr lang="ko-KR" altLang="en-US" sz="1600" dirty="0" smtClean="0"/>
              <a:t>현재 날짜 출력</a:t>
            </a:r>
            <a:r>
              <a:rPr lang="en-US" altLang="ko-KR" sz="1600" dirty="0" smtClean="0"/>
              <a:t>	</a:t>
            </a:r>
          </a:p>
          <a:p>
            <a:pPr marL="0" indent="0">
              <a:buNone/>
            </a:pPr>
            <a:r>
              <a:rPr lang="en-US" altLang="ko-KR" sz="1600" dirty="0" smtClean="0"/>
              <a:t>	</a:t>
            </a:r>
            <a:endParaRPr lang="ko-KR" altLang="en-US" sz="1600" dirty="0"/>
          </a:p>
          <a:p>
            <a:pPr lvl="1">
              <a:buFont typeface="Arial" panose="020B0604020202020204" pitchFamily="34" charset="0"/>
              <a:buChar char="•"/>
            </a:pPr>
            <a:endParaRPr lang="ko-KR" altLang="en-US" sz="16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34113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실습 문제 </a:t>
            </a:r>
            <a:r>
              <a:rPr lang="en-US" altLang="ko-KR" dirty="0" smtClean="0"/>
              <a:t>(2/2)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내용 개체 틀 2"/>
          <p:cNvSpPr>
            <a:spLocks noGrp="1"/>
          </p:cNvSpPr>
          <p:nvPr>
            <p:ph idx="1"/>
          </p:nvPr>
        </p:nvSpPr>
        <p:spPr>
          <a:xfrm>
            <a:off x="1097280" y="1845733"/>
            <a:ext cx="10058400" cy="4406785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ko-KR" sz="1800" dirty="0" smtClean="0"/>
              <a:t> 2</a:t>
            </a:r>
            <a:r>
              <a:rPr lang="ko-KR" altLang="en-US" sz="1800" dirty="0" smtClean="0"/>
              <a:t>번 문제 결과 화면</a:t>
            </a:r>
            <a:endParaRPr lang="en-US" altLang="ko-KR" sz="1800" dirty="0" smtClean="0"/>
          </a:p>
          <a:p>
            <a:pPr marL="0" indent="0">
              <a:buNone/>
            </a:pPr>
            <a:endParaRPr lang="en-US" altLang="ko-KR" sz="1800" dirty="0" smtClean="0"/>
          </a:p>
          <a:p>
            <a:pPr marL="0" indent="0">
              <a:buNone/>
            </a:pPr>
            <a:r>
              <a:rPr lang="en-US" altLang="ko-KR" sz="1600" dirty="0" smtClean="0"/>
              <a:t>	</a:t>
            </a:r>
            <a:endParaRPr lang="ko-KR" altLang="en-US" sz="1600" dirty="0"/>
          </a:p>
          <a:p>
            <a:pPr lvl="1">
              <a:buFont typeface="Arial" panose="020B0604020202020204" pitchFamily="34" charset="0"/>
              <a:buChar char="•"/>
            </a:pPr>
            <a:endParaRPr lang="ko-KR" altLang="en-US" sz="1600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646" y="2570976"/>
            <a:ext cx="5166316" cy="2676525"/>
          </a:xfrm>
          <a:prstGeom prst="rect">
            <a:avLst/>
          </a:prstGeom>
        </p:spPr>
      </p:pic>
      <p:cxnSp>
        <p:nvCxnSpPr>
          <p:cNvPr id="8" name="직선 화살표 연결선 7"/>
          <p:cNvCxnSpPr/>
          <p:nvPr/>
        </p:nvCxnSpPr>
        <p:spPr>
          <a:xfrm>
            <a:off x="7718854" y="3064476"/>
            <a:ext cx="873211" cy="82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/>
          <p:nvPr/>
        </p:nvCxnSpPr>
        <p:spPr>
          <a:xfrm>
            <a:off x="7718853" y="3913751"/>
            <a:ext cx="873211" cy="82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/>
          <p:cNvCxnSpPr/>
          <p:nvPr/>
        </p:nvCxnSpPr>
        <p:spPr>
          <a:xfrm>
            <a:off x="7718853" y="4730578"/>
            <a:ext cx="873211" cy="823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707395" y="2842054"/>
            <a:ext cx="1977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Case</a:t>
            </a:r>
            <a:r>
              <a:rPr lang="ko-KR" altLang="en-US" dirty="0" smtClean="0"/>
              <a:t>문 조건 </a:t>
            </a:r>
            <a:r>
              <a:rPr lang="en-US" altLang="ko-KR" dirty="0" smtClean="0"/>
              <a:t>: 0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740346" y="3724572"/>
            <a:ext cx="1977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Case</a:t>
            </a:r>
            <a:r>
              <a:rPr lang="ko-KR" altLang="en-US" dirty="0" smtClean="0"/>
              <a:t>문 조건 </a:t>
            </a:r>
            <a:r>
              <a:rPr lang="en-US" altLang="ko-KR" dirty="0" smtClean="0"/>
              <a:t>: 1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8740347" y="4623486"/>
            <a:ext cx="19770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Case</a:t>
            </a:r>
            <a:r>
              <a:rPr lang="ko-KR" altLang="en-US" dirty="0" smtClean="0"/>
              <a:t>문 조건 </a:t>
            </a:r>
            <a:r>
              <a:rPr lang="en-US" altLang="ko-KR" dirty="0" smtClean="0"/>
              <a:t>: 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77479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63610" y="2965622"/>
            <a:ext cx="79577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5400" dirty="0" smtClean="0"/>
              <a:t>수고하셨습니다</a:t>
            </a:r>
            <a:r>
              <a:rPr lang="en-US" altLang="ko-KR" sz="5400" dirty="0" smtClean="0"/>
              <a:t>.</a:t>
            </a:r>
            <a:endParaRPr lang="ko-KR" altLang="en-US" sz="5400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4670" y="172994"/>
            <a:ext cx="3778953" cy="3468130"/>
          </a:xfrm>
          <a:prstGeom prst="rect">
            <a:avLst/>
          </a:prstGeom>
        </p:spPr>
      </p:pic>
      <p:cxnSp>
        <p:nvCxnSpPr>
          <p:cNvPr id="6" name="직선 연결선 5"/>
          <p:cNvCxnSpPr/>
          <p:nvPr/>
        </p:nvCxnSpPr>
        <p:spPr>
          <a:xfrm>
            <a:off x="1746422" y="3888952"/>
            <a:ext cx="498389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356822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9198</TotalTime>
  <Words>185</Words>
  <Application>Microsoft Office PowerPoint</Application>
  <PresentationFormat>와이드스크린</PresentationFormat>
  <Paragraphs>87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Calibri Light</vt:lpstr>
      <vt:lpstr>추억</vt:lpstr>
      <vt:lpstr>우분투 리눅스 실습 4주차</vt:lpstr>
      <vt:lpstr>실습 조교</vt:lpstr>
      <vt:lpstr>유의 사항</vt:lpstr>
      <vt:lpstr>실습 제출 방식</vt:lpstr>
      <vt:lpstr>준비 사항</vt:lpstr>
      <vt:lpstr>실습 문제 (1/2)</vt:lpstr>
      <vt:lpstr>실습 문제 (1/2)</vt:lpstr>
      <vt:lpstr>실습 문제 (2/2)</vt:lpstr>
      <vt:lpstr>실습 문제 (2/2)</vt:lpstr>
      <vt:lpstr>PowerPoint 프레젠테이션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우분투 리눅스 실습 1주차</dc:title>
  <dc:creator>KYJ</dc:creator>
  <cp:lastModifiedBy>KYJ</cp:lastModifiedBy>
  <cp:revision>231</cp:revision>
  <dcterms:created xsi:type="dcterms:W3CDTF">2016-08-12T07:51:28Z</dcterms:created>
  <dcterms:modified xsi:type="dcterms:W3CDTF">2016-10-04T04:52:58Z</dcterms:modified>
</cp:coreProperties>
</file>