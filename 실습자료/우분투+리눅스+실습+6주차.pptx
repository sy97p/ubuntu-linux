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8" r:id="rId4"/>
    <p:sldId id="284" r:id="rId5"/>
    <p:sldId id="289" r:id="rId6"/>
    <p:sldId id="290" r:id="rId7"/>
    <p:sldId id="301" r:id="rId8"/>
    <p:sldId id="305" r:id="rId9"/>
    <p:sldId id="304" r:id="rId10"/>
    <p:sldId id="30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6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6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프로세스 관리하기 </a:t>
            </a:r>
            <a:r>
              <a:rPr lang="en-US" altLang="ko-KR" dirty="0" smtClean="0">
                <a:solidFill>
                  <a:schemeClr val="tx1"/>
                </a:solidFill>
              </a:rPr>
              <a:t>&amp; C shell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따라 해보는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marL="914400" lvl="1" indent="-457200">
              <a:lnSpc>
                <a:spcPct val="120000"/>
              </a:lnSpc>
              <a:buFont typeface="+mj-lt"/>
              <a:buAutoNum type="arabicParenR"/>
            </a:pPr>
            <a:r>
              <a:rPr lang="en-US" altLang="ko-KR" sz="1600" dirty="0" smtClean="0"/>
              <a:t>sleep</a:t>
            </a:r>
            <a:r>
              <a:rPr lang="ko-KR" altLang="en-US" sz="1600" dirty="0" smtClean="0"/>
              <a:t>명령 두 개를 백그라운드로 실행하시오</a:t>
            </a:r>
            <a:r>
              <a:rPr lang="en-US" altLang="ko-KR" sz="1600" dirty="0" smtClean="0"/>
              <a:t>.(sleep time 100, 200)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arenR"/>
            </a:pPr>
            <a:r>
              <a:rPr lang="ko-KR" altLang="en-US" sz="1600" dirty="0" smtClean="0"/>
              <a:t>현재 실행 중인 백그라운드 작업을 확인하시오</a:t>
            </a:r>
            <a:r>
              <a:rPr lang="en-US" altLang="ko-KR" sz="1600" dirty="0" smtClean="0"/>
              <a:t>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arenR"/>
            </a:pPr>
            <a:r>
              <a:rPr lang="ko-KR" altLang="en-US" sz="1600" dirty="0" smtClean="0"/>
              <a:t>백그라운드로 실행중인 </a:t>
            </a:r>
            <a:r>
              <a:rPr lang="en-US" altLang="ko-KR" sz="1600" dirty="0" smtClean="0"/>
              <a:t>sleep</a:t>
            </a:r>
            <a:r>
              <a:rPr lang="ko-KR" altLang="en-US" sz="1600" dirty="0" smtClean="0"/>
              <a:t>프로세스 중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번 작업을 종료하시오</a:t>
            </a:r>
            <a:r>
              <a:rPr lang="en-US" altLang="ko-KR" sz="1600" dirty="0" smtClean="0"/>
              <a:t>. (</a:t>
            </a:r>
            <a:r>
              <a:rPr lang="ko-KR" altLang="en-US" sz="1600" dirty="0" smtClean="0"/>
              <a:t>작업 번호로 종료하시오</a:t>
            </a:r>
            <a:r>
              <a:rPr lang="en-US" altLang="ko-KR" sz="1600" dirty="0" smtClean="0"/>
              <a:t>)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arenR"/>
            </a:pPr>
            <a:r>
              <a:rPr lang="ko-KR" altLang="en-US" sz="1600" dirty="0" smtClean="0"/>
              <a:t>남은 백그라운드 작업을 </a:t>
            </a:r>
            <a:r>
              <a:rPr lang="ko-KR" altLang="en-US" sz="1600" dirty="0" err="1" smtClean="0"/>
              <a:t>포그라운드로</a:t>
            </a:r>
            <a:r>
              <a:rPr lang="ko-KR" altLang="en-US" sz="1600" dirty="0" smtClean="0"/>
              <a:t> 전환하시오</a:t>
            </a:r>
            <a:r>
              <a:rPr lang="en-US" altLang="ko-KR" sz="1600" dirty="0" smtClean="0"/>
              <a:t>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arenR"/>
            </a:pPr>
            <a:r>
              <a:rPr lang="ko-KR" altLang="en-US" sz="1600" dirty="0" err="1" smtClean="0"/>
              <a:t>포그라운드</a:t>
            </a:r>
            <a:r>
              <a:rPr lang="ko-KR" altLang="en-US" sz="1600" dirty="0" smtClean="0"/>
              <a:t> 작업을 강제로 종료하시오</a:t>
            </a:r>
            <a:r>
              <a:rPr lang="en-US" altLang="ko-KR" sz="1600" dirty="0" smtClean="0"/>
              <a:t>. (</a:t>
            </a:r>
            <a:r>
              <a:rPr lang="ko-KR" altLang="en-US" sz="1600" dirty="0" smtClean="0"/>
              <a:t>프로세스 번호로 종료하시오</a:t>
            </a:r>
            <a:r>
              <a:rPr lang="en-US" altLang="ko-KR" sz="1600" dirty="0" smtClean="0"/>
              <a:t>.)</a:t>
            </a:r>
          </a:p>
          <a:p>
            <a:pPr marL="0" indent="0">
              <a:buNone/>
            </a:pPr>
            <a:r>
              <a:rPr lang="en-US" altLang="ko-KR" sz="1800" dirty="0" smtClean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홈 디렉터리에 </a:t>
            </a:r>
            <a:r>
              <a:rPr lang="en-US" altLang="ko-KR" sz="1600" dirty="0" smtClean="0"/>
              <a:t>file1.txt </a:t>
            </a:r>
            <a:r>
              <a:rPr lang="ko-KR" altLang="en-US" sz="1600" dirty="0" smtClean="0"/>
              <a:t>와 </a:t>
            </a:r>
            <a:r>
              <a:rPr lang="en-US" altLang="ko-KR" sz="1600" dirty="0" err="1" smtClean="0"/>
              <a:t>test.csh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파일을 </a:t>
            </a:r>
            <a:r>
              <a:rPr lang="en-US" altLang="ko-KR" sz="1600" dirty="0" smtClean="0"/>
              <a:t>vi</a:t>
            </a:r>
            <a:r>
              <a:rPr lang="ko-KR" altLang="en-US" sz="1600" dirty="0" err="1" smtClean="0"/>
              <a:t>로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week6 </a:t>
            </a:r>
            <a:r>
              <a:rPr lang="ko-KR" altLang="en-US" sz="1600" dirty="0" smtClean="0"/>
              <a:t>디렉터리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test.csh</a:t>
            </a:r>
            <a:r>
              <a:rPr lang="ko-KR" altLang="en-US" sz="1600" dirty="0" smtClean="0"/>
              <a:t>에서 읽고자 하는 파일을 입력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파일이 없을 시 에러 처리 해줘야 함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/>
              <a:t>redirection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방법을 이용하여 </a:t>
            </a:r>
            <a:r>
              <a:rPr lang="ko-KR" altLang="en-US" sz="1600" dirty="0" smtClean="0"/>
              <a:t>에러메시지를 </a:t>
            </a:r>
            <a:r>
              <a:rPr lang="en-US" altLang="ko-KR" sz="1600" dirty="0" err="1" smtClean="0"/>
              <a:t>test.err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파일에 저장시킴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표준 에러 출력 방식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파일을 읽고 단어를 입력하면 해당 단어가 포함된 </a:t>
            </a:r>
            <a:r>
              <a:rPr lang="ko-KR" altLang="en-US" sz="1600" dirty="0" smtClean="0"/>
              <a:t>행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문장 출력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해당 파일을 </a:t>
            </a:r>
            <a:r>
              <a:rPr lang="en-US" altLang="ko-KR" sz="1600" dirty="0" smtClean="0"/>
              <a:t>week6 </a:t>
            </a:r>
            <a:r>
              <a:rPr lang="ko-KR" altLang="en-US" sz="1600" dirty="0" smtClean="0"/>
              <a:t>디렉터리에 복사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복사된 파일이 아닌 원본 파일에만 현재 날짜 </a:t>
            </a:r>
            <a:r>
              <a:rPr lang="ko-KR" altLang="en-US" sz="1600" dirty="0" smtClean="0"/>
              <a:t>출력</a:t>
            </a:r>
            <a:r>
              <a:rPr lang="en-US" altLang="ko-KR" sz="1600" dirty="0" smtClean="0"/>
              <a:t>./</a:t>
            </a:r>
            <a:r>
              <a:rPr lang="en-US" altLang="ko-KR" sz="1600" dirty="0" smtClean="0"/>
              <a:t>	</a:t>
            </a:r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grpSp>
        <p:nvGrpSpPr>
          <p:cNvPr id="7" name="그룹 6"/>
          <p:cNvGrpSpPr/>
          <p:nvPr/>
        </p:nvGrpSpPr>
        <p:grpSpPr>
          <a:xfrm>
            <a:off x="2075394" y="5050172"/>
            <a:ext cx="8326955" cy="952498"/>
            <a:chOff x="2075394" y="4878720"/>
            <a:chExt cx="8481076" cy="1123950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5394" y="4878720"/>
              <a:ext cx="5581650" cy="112395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8681943" y="5302203"/>
              <a:ext cx="187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 File1.txt </a:t>
              </a:r>
              <a:r>
                <a:rPr lang="ko-KR" altLang="en-US" dirty="0" smtClean="0"/>
                <a:t>내용</a:t>
              </a:r>
              <a:endParaRPr lang="ko-KR" altLang="en-US" dirty="0"/>
            </a:p>
          </p:txBody>
        </p:sp>
        <p:sp>
          <p:nvSpPr>
            <p:cNvPr id="6" name="오른쪽 화살표 5"/>
            <p:cNvSpPr/>
            <p:nvPr/>
          </p:nvSpPr>
          <p:spPr>
            <a:xfrm rot="10800000">
              <a:off x="7922093" y="5356425"/>
              <a:ext cx="713064" cy="32717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443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09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 힌트 알고리즘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smtClean="0"/>
              <a:t>1	</a:t>
            </a:r>
            <a:r>
              <a:rPr lang="en-US" altLang="ko-KR" sz="1400" dirty="0" smtClean="0">
                <a:solidFill>
                  <a:schemeClr val="tx1"/>
                </a:solidFill>
              </a:rPr>
              <a:t>if ( </a:t>
            </a:r>
            <a:r>
              <a:rPr lang="ko-KR" altLang="en-US" sz="1400" dirty="0" smtClean="0">
                <a:solidFill>
                  <a:schemeClr val="tx1"/>
                </a:solidFill>
              </a:rPr>
              <a:t>파일이 있지 않으면 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	</a:t>
            </a:r>
            <a:r>
              <a:rPr lang="en-US" altLang="ko-KR" sz="1400" dirty="0" smtClean="0">
                <a:solidFill>
                  <a:schemeClr val="tx1"/>
                </a:solidFill>
              </a:rPr>
              <a:t>2		echo no such file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	</a:t>
            </a:r>
            <a:r>
              <a:rPr lang="en-US" altLang="ko-KR" sz="1400" dirty="0" smtClean="0">
                <a:solidFill>
                  <a:schemeClr val="tx1"/>
                </a:solidFill>
              </a:rPr>
              <a:t>3		</a:t>
            </a:r>
            <a:r>
              <a:rPr lang="ko-KR" altLang="en-US" sz="1400" dirty="0" smtClean="0">
                <a:solidFill>
                  <a:schemeClr val="tx1"/>
                </a:solidFill>
              </a:rPr>
              <a:t>오류 메시지를 </a:t>
            </a:r>
            <a:r>
              <a:rPr lang="en-US" altLang="ko-KR" sz="1400" dirty="0" smtClean="0">
                <a:solidFill>
                  <a:schemeClr val="tx1"/>
                </a:solidFill>
              </a:rPr>
              <a:t>redirection</a:t>
            </a:r>
            <a:r>
              <a:rPr lang="ko-KR" altLang="en-US" sz="1400" dirty="0" smtClean="0">
                <a:solidFill>
                  <a:schemeClr val="tx1"/>
                </a:solidFill>
              </a:rPr>
              <a:t>으로 </a:t>
            </a:r>
            <a:r>
              <a:rPr lang="en-US" altLang="ko-KR" sz="1400" dirty="0" err="1" smtClean="0">
                <a:solidFill>
                  <a:schemeClr val="tx1"/>
                </a:solidFill>
              </a:rPr>
              <a:t>test.err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파일에 저장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	</a:t>
            </a:r>
            <a:r>
              <a:rPr lang="en-US" altLang="ko-KR" sz="1400" dirty="0" smtClean="0">
                <a:solidFill>
                  <a:schemeClr val="tx1"/>
                </a:solidFill>
              </a:rPr>
              <a:t>4	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else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	</a:t>
            </a:r>
            <a:r>
              <a:rPr lang="en-US" altLang="ko-KR" sz="1400" dirty="0" smtClean="0">
                <a:solidFill>
                  <a:schemeClr val="tx1"/>
                </a:solidFill>
              </a:rPr>
              <a:t>5		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찾고자하는</a:t>
            </a:r>
            <a:r>
              <a:rPr lang="ko-KR" altLang="en-US" sz="1400" dirty="0" smtClean="0">
                <a:solidFill>
                  <a:schemeClr val="tx1"/>
                </a:solidFill>
              </a:rPr>
              <a:t> 단어 입력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1400" dirty="0" smtClean="0">
                <a:solidFill>
                  <a:schemeClr val="tx1"/>
                </a:solidFill>
              </a:rPr>
              <a:t>	6		</a:t>
            </a:r>
            <a:r>
              <a:rPr lang="ko-KR" altLang="en-US" sz="1400" dirty="0" smtClean="0">
                <a:solidFill>
                  <a:schemeClr val="tx1"/>
                </a:solidFill>
              </a:rPr>
              <a:t>입력한 단어가 </a:t>
            </a:r>
            <a:r>
              <a:rPr lang="en-US" altLang="ko-KR" sz="1400" dirty="0" smtClean="0">
                <a:solidFill>
                  <a:schemeClr val="tx1"/>
                </a:solidFill>
              </a:rPr>
              <a:t>file1</a:t>
            </a:r>
            <a:r>
              <a:rPr lang="ko-KR" altLang="en-US" sz="1400" dirty="0" smtClean="0">
                <a:solidFill>
                  <a:schemeClr val="tx1"/>
                </a:solidFill>
              </a:rPr>
              <a:t>에서 몇 번째 줄에 있는지 출력</a:t>
            </a:r>
            <a:r>
              <a:rPr lang="en-US" altLang="ko-KR" sz="1400" dirty="0" smtClean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smtClean="0"/>
              <a:t>7		file1</a:t>
            </a:r>
            <a:r>
              <a:rPr lang="ko-KR" altLang="en-US" sz="1400" dirty="0" smtClean="0"/>
              <a:t>을 </a:t>
            </a:r>
            <a:r>
              <a:rPr lang="en-US" altLang="ko-KR" sz="1400" dirty="0" smtClean="0"/>
              <a:t>week6 </a:t>
            </a:r>
            <a:r>
              <a:rPr lang="ko-KR" altLang="en-US" sz="1400" dirty="0" smtClean="0"/>
              <a:t>디렉터리로 복사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smtClean="0"/>
              <a:t>8		</a:t>
            </a:r>
            <a:r>
              <a:rPr lang="ko-KR" altLang="en-US" sz="1400" dirty="0" smtClean="0"/>
              <a:t>현재 날짜 출력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smtClean="0"/>
              <a:t>9	if</a:t>
            </a:r>
            <a:r>
              <a:rPr lang="ko-KR" altLang="en-US" sz="1400" dirty="0" smtClean="0"/>
              <a:t> 문 종료</a:t>
            </a: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09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 결과 화면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입력한 파일이 존재하는 경우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입력한 파일이 존재 하지 </a:t>
            </a:r>
            <a:r>
              <a:rPr lang="ko-KR" altLang="en-US" sz="1600" dirty="0" smtClean="0">
                <a:solidFill>
                  <a:srgbClr val="FF0000"/>
                </a:solidFill>
              </a:rPr>
              <a:t>않는</a:t>
            </a:r>
            <a:r>
              <a:rPr lang="ko-KR" altLang="en-US" sz="1600" dirty="0" smtClean="0"/>
              <a:t> 경우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05" y="5083882"/>
            <a:ext cx="5107440" cy="752438"/>
          </a:xfrm>
          <a:prstGeom prst="rect">
            <a:avLst/>
          </a:prstGeom>
        </p:spPr>
      </p:pic>
      <p:grpSp>
        <p:nvGrpSpPr>
          <p:cNvPr id="17" name="그룹 16"/>
          <p:cNvGrpSpPr/>
          <p:nvPr/>
        </p:nvGrpSpPr>
        <p:grpSpPr>
          <a:xfrm>
            <a:off x="2249705" y="2680807"/>
            <a:ext cx="4578934" cy="1715024"/>
            <a:chOff x="1670865" y="2667698"/>
            <a:chExt cx="4850314" cy="193229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0865" y="2667698"/>
              <a:ext cx="3648317" cy="674612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0865" y="3527530"/>
              <a:ext cx="4850314" cy="1072460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2125362" y="4233227"/>
            <a:ext cx="3278659" cy="230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5404021" y="4468949"/>
            <a:ext cx="196884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70070" y="4140720"/>
            <a:ext cx="2240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기존의 </a:t>
            </a:r>
            <a:r>
              <a:rPr lang="en-US" altLang="ko-KR" dirty="0" smtClean="0"/>
              <a:t>file1.txt </a:t>
            </a:r>
            <a:r>
              <a:rPr lang="ko-KR" altLang="en-US" dirty="0" smtClean="0"/>
              <a:t>파일에 추가 되었음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95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18962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9475</TotalTime>
  <Words>203</Words>
  <Application>Microsoft Office PowerPoint</Application>
  <PresentationFormat>와이드스크린</PresentationFormat>
  <Paragraphs>89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추억</vt:lpstr>
      <vt:lpstr>우분투 리눅스 실습 6주차</vt:lpstr>
      <vt:lpstr>실습 조교</vt:lpstr>
      <vt:lpstr>유의 사항</vt:lpstr>
      <vt:lpstr>실습 제출 방식</vt:lpstr>
      <vt:lpstr>준비 사항</vt:lpstr>
      <vt:lpstr>실습 문제</vt:lpstr>
      <vt:lpstr>실습 문제</vt:lpstr>
      <vt:lpstr>실습 문제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272</cp:revision>
  <dcterms:created xsi:type="dcterms:W3CDTF">2016-08-12T07:51:28Z</dcterms:created>
  <dcterms:modified xsi:type="dcterms:W3CDTF">2016-10-18T03:55:54Z</dcterms:modified>
</cp:coreProperties>
</file>