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88" r:id="rId4"/>
    <p:sldId id="284" r:id="rId5"/>
    <p:sldId id="289" r:id="rId6"/>
    <p:sldId id="290" r:id="rId7"/>
    <p:sldId id="301" r:id="rId8"/>
    <p:sldId id="307" r:id="rId9"/>
    <p:sldId id="308" r:id="rId10"/>
    <p:sldId id="30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putty.ko.softonic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 smtClean="0"/>
              <a:t>10</a:t>
            </a:r>
            <a:r>
              <a:rPr lang="ko-KR" altLang="en-US" sz="2800" dirty="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10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사용자 관리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11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네트워크 설정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12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원격 접속과 </a:t>
            </a:r>
            <a:r>
              <a:rPr lang="en-US" altLang="ko-KR" dirty="0" smtClean="0">
                <a:solidFill>
                  <a:schemeClr val="tx1"/>
                </a:solidFill>
              </a:rPr>
              <a:t>FTP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이론 수업 후에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책에 있는 예제를 직접 따라 해보는 것이 좋습니다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실습을 먼저 완료한 학생은 실습실을 나가거나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 자신의 자리에서 다른 공부를 하시길 바랍니다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실습을 완료한 친구는 다른 친구들에게 논리적인 오류의 힌트를 주는 것은 괜찮지만 코드 대부분을 알려주는 경우에 두 사람 모두 감점조치를 취하겠습니다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제출한 실습 파일의 코드가 다른 사람과 동일 할 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감점 조치를 취하겠습니다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3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제출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383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실습 시간 내에 검사를 받지 못한 경우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제출 파일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 코드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코드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각 실습 문제에 대한 결과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결과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메일 제목 </a:t>
            </a:r>
            <a:r>
              <a:rPr lang="en-US" altLang="ko-KR" sz="1800" dirty="0" smtClean="0"/>
              <a:t>&amp; </a:t>
            </a:r>
            <a:r>
              <a:rPr lang="ko-KR" altLang="en-US" sz="1800" dirty="0" smtClean="0"/>
              <a:t>파일 제목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[</a:t>
            </a:r>
            <a:r>
              <a:rPr lang="ko-KR" altLang="en-US" sz="1600" dirty="0" err="1" smtClean="0"/>
              <a:t>리눅스</a:t>
            </a:r>
            <a:r>
              <a:rPr lang="en-US" altLang="ko-KR" sz="1600" dirty="0" smtClean="0"/>
              <a:t>]n</a:t>
            </a:r>
            <a:r>
              <a:rPr lang="ko-KR" altLang="en-US" sz="1600" dirty="0" smtClean="0"/>
              <a:t>주차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학번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제출 기한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실습이 이루어진 주의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토요일</a:t>
            </a:r>
            <a:r>
              <a:rPr lang="ko-KR" altLang="en-US" sz="1600" dirty="0" smtClean="0"/>
              <a:t> 자정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까지 </a:t>
            </a:r>
            <a:r>
              <a:rPr lang="en-US" altLang="ko-KR" sz="1600" dirty="0" smtClean="0"/>
              <a:t>(AM 12:00)  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3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준비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리눅스</a:t>
            </a:r>
            <a:r>
              <a:rPr lang="ko-KR" altLang="en-US" sz="1800" dirty="0" smtClean="0"/>
              <a:t> 사용자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계정 </a:t>
            </a:r>
            <a:r>
              <a:rPr lang="en-US" altLang="ko-KR" sz="1600" dirty="0" smtClean="0"/>
              <a:t>: user1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비밀번호 </a:t>
            </a:r>
            <a:r>
              <a:rPr lang="en-US" altLang="ko-KR" sz="1600" dirty="0" smtClean="0"/>
              <a:t>: ubuntu1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1</a:t>
            </a:r>
            <a:r>
              <a:rPr lang="ko-KR" altLang="en-US" sz="1800" dirty="0" smtClean="0"/>
              <a:t>번 문제 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다음 내용에 해당하는 사용자 계정을 생성한 후 다음을 수행하시오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sz="1800" dirty="0" smtClean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사용자 계정 생성 시 홈 디렉터리에 로그인</a:t>
            </a:r>
            <a:r>
              <a:rPr lang="en-US" altLang="ko-KR" sz="1600" dirty="0" smtClean="0"/>
              <a:t>ID </a:t>
            </a:r>
            <a:r>
              <a:rPr lang="ko-KR" altLang="en-US" sz="1600" dirty="0" smtClean="0"/>
              <a:t>과 같은 디렉터리를 지정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>
                <a:solidFill>
                  <a:schemeClr val="tx1"/>
                </a:solidFill>
              </a:rPr>
              <a:t>	</a:t>
            </a:r>
            <a:r>
              <a:rPr lang="en-US" altLang="ko-KR" sz="1600" dirty="0" smtClean="0">
                <a:solidFill>
                  <a:schemeClr val="tx1"/>
                </a:solidFill>
              </a:rPr>
              <a:t>- Lin01</a:t>
            </a:r>
            <a:r>
              <a:rPr lang="ko-KR" altLang="en-US" sz="1600" dirty="0" smtClean="0">
                <a:solidFill>
                  <a:schemeClr val="tx1"/>
                </a:solidFill>
              </a:rPr>
              <a:t>의 로그인 </a:t>
            </a:r>
            <a:r>
              <a:rPr lang="en-US" altLang="ko-KR" sz="1600" dirty="0" smtClean="0">
                <a:solidFill>
                  <a:schemeClr val="tx1"/>
                </a:solidFill>
              </a:rPr>
              <a:t>ID</a:t>
            </a:r>
            <a:r>
              <a:rPr lang="ko-KR" altLang="en-US" sz="1600" dirty="0" smtClean="0">
                <a:solidFill>
                  <a:schemeClr val="tx1"/>
                </a:solidFill>
              </a:rPr>
              <a:t>를 </a:t>
            </a:r>
            <a:r>
              <a:rPr lang="en-US" altLang="ko-KR" sz="1600" dirty="0" smtClean="0">
                <a:solidFill>
                  <a:schemeClr val="tx1"/>
                </a:solidFill>
              </a:rPr>
              <a:t>Lin11</a:t>
            </a:r>
            <a:r>
              <a:rPr lang="ko-KR" altLang="en-US" sz="1600" dirty="0" smtClean="0">
                <a:solidFill>
                  <a:schemeClr val="tx1"/>
                </a:solidFill>
              </a:rPr>
              <a:t>로 변경하시오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600" dirty="0" smtClean="0">
                <a:solidFill>
                  <a:schemeClr val="tx1"/>
                </a:solidFill>
              </a:rPr>
              <a:t>	- Lin02</a:t>
            </a:r>
            <a:r>
              <a:rPr lang="ko-KR" altLang="en-US" sz="1600" dirty="0" smtClean="0">
                <a:solidFill>
                  <a:schemeClr val="tx1"/>
                </a:solidFill>
              </a:rPr>
              <a:t>의 </a:t>
            </a:r>
            <a:r>
              <a:rPr lang="en-US" altLang="ko-KR" sz="1600" dirty="0" smtClean="0">
                <a:solidFill>
                  <a:schemeClr val="tx1"/>
                </a:solidFill>
              </a:rPr>
              <a:t>UID</a:t>
            </a:r>
            <a:r>
              <a:rPr lang="ko-KR" altLang="en-US" sz="1600" dirty="0" smtClean="0">
                <a:solidFill>
                  <a:schemeClr val="tx1"/>
                </a:solidFill>
              </a:rPr>
              <a:t>를 </a:t>
            </a:r>
            <a:r>
              <a:rPr lang="en-US" altLang="ko-KR" sz="1600" dirty="0" smtClean="0">
                <a:solidFill>
                  <a:schemeClr val="tx1"/>
                </a:solidFill>
              </a:rPr>
              <a:t>1600</a:t>
            </a:r>
            <a:r>
              <a:rPr lang="ko-KR" altLang="en-US" sz="1600" dirty="0" smtClean="0">
                <a:solidFill>
                  <a:schemeClr val="tx1"/>
                </a:solidFill>
              </a:rPr>
              <a:t>으로 바꾸고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로그인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셸을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C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셸로</a:t>
            </a:r>
            <a:r>
              <a:rPr lang="ko-KR" altLang="en-US" sz="1600" dirty="0" smtClean="0">
                <a:solidFill>
                  <a:schemeClr val="tx1"/>
                </a:solidFill>
              </a:rPr>
              <a:t> 변경하시오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048936"/>
              </p:ext>
            </p:extLst>
          </p:nvPr>
        </p:nvGraphicFramePr>
        <p:xfrm>
          <a:off x="1637145" y="25484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로그인 </a:t>
                      </a:r>
                      <a:r>
                        <a:rPr lang="en-US" altLang="ko-KR" dirty="0" smtClean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로그인 </a:t>
                      </a:r>
                      <a:r>
                        <a:rPr lang="ko-KR" altLang="en-US" dirty="0" err="1" smtClean="0"/>
                        <a:t>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차 그룹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Lin01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C </a:t>
                      </a:r>
                      <a:r>
                        <a:rPr lang="ko-KR" altLang="en-US" dirty="0" err="1" smtClean="0"/>
                        <a:t>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1500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Lin01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Lin02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Bash </a:t>
                      </a:r>
                      <a:r>
                        <a:rPr lang="ko-KR" altLang="en-US" dirty="0" err="1" smtClean="0"/>
                        <a:t>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1501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Lin02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4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2</a:t>
            </a:r>
            <a:r>
              <a:rPr lang="ko-KR" altLang="en-US" sz="1800" dirty="0" smtClean="0"/>
              <a:t>번 문제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2015</a:t>
            </a:r>
            <a:r>
              <a:rPr lang="ko-KR" altLang="en-US" sz="1600" dirty="0" smtClean="0"/>
              <a:t>를 </a:t>
            </a:r>
            <a:r>
              <a:rPr lang="en-US" altLang="ko-KR" sz="1600" dirty="0" smtClean="0"/>
              <a:t>GID</a:t>
            </a:r>
            <a:r>
              <a:rPr lang="ko-KR" altLang="en-US" sz="1600" dirty="0" smtClean="0"/>
              <a:t>로 갖는 그룹 </a:t>
            </a:r>
            <a:r>
              <a:rPr lang="en-US" altLang="ko-KR" sz="1600" dirty="0" err="1" smtClean="0"/>
              <a:t>grpLin</a:t>
            </a:r>
            <a:r>
              <a:rPr lang="ko-KR" altLang="en-US" sz="1600" dirty="0" smtClean="0"/>
              <a:t>을 생성한 후 다음을 수행하시오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400" dirty="0" smtClean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생성한 그룹에 비밀번호를 생성하시오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dirty="0" smtClean="0"/>
              <a:t>	</a:t>
            </a:r>
            <a:r>
              <a:rPr lang="en-US" altLang="ko-KR" sz="1600" dirty="0" smtClean="0"/>
              <a:t>- 1</a:t>
            </a:r>
            <a:r>
              <a:rPr lang="ko-KR" altLang="en-US" sz="1600" dirty="0" smtClean="0"/>
              <a:t>번 문제에서 생성한 두 계정을 </a:t>
            </a:r>
            <a:r>
              <a:rPr lang="en-US" altLang="ko-KR" sz="1600" dirty="0" err="1" smtClean="0"/>
              <a:t>grpLin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그룹에 멤버로 추가하시오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.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	- </a:t>
            </a:r>
            <a:r>
              <a:rPr lang="ko-KR" altLang="en-US" sz="1600" dirty="0" smtClean="0"/>
              <a:t>그룹에 대한 정보를 출력</a:t>
            </a:r>
            <a:r>
              <a:rPr lang="en-US" altLang="ko-KR" sz="1600" dirty="0" smtClean="0"/>
              <a:t>(grep)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 3</a:t>
            </a:r>
            <a:r>
              <a:rPr lang="ko-KR" altLang="en-US" sz="1600" dirty="0" smtClean="0"/>
              <a:t>번 문제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네트워크 실습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- 5</a:t>
            </a:r>
            <a:r>
              <a:rPr lang="ko-KR" altLang="en-US" sz="1600" dirty="0" smtClean="0"/>
              <a:t>번의 </a:t>
            </a:r>
            <a:r>
              <a:rPr lang="ko-KR" altLang="en-US" sz="1600" dirty="0" err="1" smtClean="0"/>
              <a:t>패킷을</a:t>
            </a:r>
            <a:r>
              <a:rPr lang="ko-KR" altLang="en-US" sz="1600" dirty="0" smtClean="0"/>
              <a:t> 보내 네트워크 통신을 확인하시오</a:t>
            </a:r>
            <a:r>
              <a:rPr lang="en-US" altLang="ko-KR" sz="1600" dirty="0" smtClean="0"/>
              <a:t>(computer.kangwon.ac.kr)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목적지까지의 경로를 출력하시오</a:t>
            </a:r>
            <a:r>
              <a:rPr lang="en-US" altLang="ko-KR" sz="1600" dirty="0" smtClean="0"/>
              <a:t>(computer.kangwon.ac.kr)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01302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en-US" altLang="ko-KR" sz="1800" dirty="0" smtClean="0"/>
              <a:t>4</a:t>
            </a:r>
            <a:r>
              <a:rPr lang="ko-KR" altLang="en-US" sz="1800" dirty="0" smtClean="0"/>
              <a:t>번 문제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putty</a:t>
            </a:r>
            <a:r>
              <a:rPr lang="ko-KR" altLang="en-US" sz="1600" dirty="0" smtClean="0"/>
              <a:t>를 설치하고 원격 접속하기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 smtClean="0"/>
              <a:t>	</a:t>
            </a:r>
            <a:r>
              <a:rPr lang="en-US" altLang="ko-KR" sz="1600" dirty="0"/>
              <a:t>- </a:t>
            </a:r>
            <a:r>
              <a:rPr lang="en-US" altLang="ko-KR" sz="1600" dirty="0">
                <a:hlinkClick r:id="rId2"/>
              </a:rPr>
              <a:t>http://putty.ko.softonic.com</a:t>
            </a:r>
            <a:r>
              <a:rPr lang="en-US" altLang="ko-KR" sz="1600" dirty="0" smtClean="0">
                <a:hlinkClick r:id="rId2"/>
              </a:rPr>
              <a:t>/</a:t>
            </a:r>
            <a:r>
              <a:rPr lang="en-US" altLang="ko-KR" sz="1600" dirty="0" smtClean="0"/>
              <a:t> putty </a:t>
            </a:r>
            <a:r>
              <a:rPr lang="ko-KR" altLang="en-US" sz="1600" dirty="0" smtClean="0"/>
              <a:t>다운로드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리눅스</a:t>
            </a:r>
            <a:r>
              <a:rPr lang="ko-KR" altLang="en-US" sz="1600" dirty="0" smtClean="0"/>
              <a:t> 상에서 </a:t>
            </a:r>
            <a:r>
              <a:rPr lang="en-US" altLang="ko-KR" sz="1600" dirty="0" err="1" smtClean="0"/>
              <a:t>ssh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설치하기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VirtualBox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설정</a:t>
            </a:r>
            <a:r>
              <a:rPr lang="en-US" altLang="ko-KR" sz="1600" dirty="0" smtClean="0"/>
              <a:t>(</a:t>
            </a:r>
            <a:r>
              <a:rPr lang="ko-KR" altLang="en-US" sz="1600" dirty="0"/>
              <a:t>뒷</a:t>
            </a:r>
            <a:r>
              <a:rPr lang="ko-KR" altLang="en-US" sz="1600" dirty="0" smtClean="0"/>
              <a:t> 페이지 참고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putty </a:t>
            </a:r>
            <a:r>
              <a:rPr lang="ko-KR" altLang="en-US" sz="1600" dirty="0" smtClean="0"/>
              <a:t>실행 후 접속</a:t>
            </a:r>
            <a:r>
              <a:rPr lang="en-US" altLang="ko-KR" sz="1600" dirty="0" smtClean="0"/>
              <a:t>(IP, Port </a:t>
            </a:r>
            <a:r>
              <a:rPr lang="ko-KR" altLang="en-US" sz="1600" dirty="0" smtClean="0"/>
              <a:t>입력</a:t>
            </a:r>
            <a:r>
              <a:rPr lang="en-US" altLang="ko-KR" sz="1600" smtClean="0"/>
              <a:t>)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리눅스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ID, PW </a:t>
            </a:r>
            <a:r>
              <a:rPr lang="ko-KR" altLang="en-US" sz="1600" dirty="0" smtClean="0"/>
              <a:t>입력 후 접속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19" y="3524578"/>
            <a:ext cx="5491896" cy="26341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19" y="1933727"/>
            <a:ext cx="3511892" cy="1289766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8051565" y="3223493"/>
            <a:ext cx="194511" cy="3010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34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4</a:t>
            </a:r>
            <a:r>
              <a:rPr lang="ko-KR" altLang="en-US" sz="1800" dirty="0" smtClean="0"/>
              <a:t>번 문제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38039"/>
            <a:ext cx="5770591" cy="324450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909" y="2469418"/>
            <a:ext cx="4980709" cy="83944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449782" y="4707082"/>
            <a:ext cx="1018309" cy="181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위로 굽은 화살표 7"/>
          <p:cNvSpPr/>
          <p:nvPr/>
        </p:nvSpPr>
        <p:spPr>
          <a:xfrm>
            <a:off x="7133099" y="3357835"/>
            <a:ext cx="1506682" cy="683086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905009" y="2867891"/>
            <a:ext cx="737755" cy="4409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아래쪽 화살표 9"/>
          <p:cNvSpPr/>
          <p:nvPr/>
        </p:nvSpPr>
        <p:spPr>
          <a:xfrm>
            <a:off x="9164782" y="2234045"/>
            <a:ext cx="185164" cy="3527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232575" y="1818984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IP</a:t>
            </a:r>
            <a:r>
              <a:rPr lang="ko-KR" altLang="en-US" dirty="0" smtClean="0"/>
              <a:t>주소 입력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435055" y="4370766"/>
            <a:ext cx="2939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IP</a:t>
            </a:r>
            <a:r>
              <a:rPr lang="ko-KR" altLang="en-US" dirty="0" smtClean="0"/>
              <a:t>주소 확인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ifconfig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868" y="4819104"/>
            <a:ext cx="4476750" cy="73342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8328454" y="5033319"/>
            <a:ext cx="1672281" cy="1524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6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22894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11508</TotalTime>
  <Words>205</Words>
  <Application>Microsoft Office PowerPoint</Application>
  <PresentationFormat>와이드스크린</PresentationFormat>
  <Paragraphs>95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추억</vt:lpstr>
      <vt:lpstr>우분투 리눅스 실습 10주차</vt:lpstr>
      <vt:lpstr>실습 조교</vt:lpstr>
      <vt:lpstr>유의 사항</vt:lpstr>
      <vt:lpstr>실습 제출 방식</vt:lpstr>
      <vt:lpstr>준비 사항</vt:lpstr>
      <vt:lpstr>실습 문제</vt:lpstr>
      <vt:lpstr>실습 문제</vt:lpstr>
      <vt:lpstr>실습 문제</vt:lpstr>
      <vt:lpstr>실습 문제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허서훈</cp:lastModifiedBy>
  <cp:revision>419</cp:revision>
  <dcterms:created xsi:type="dcterms:W3CDTF">2016-08-12T07:51:28Z</dcterms:created>
  <dcterms:modified xsi:type="dcterms:W3CDTF">2016-11-15T03:56:32Z</dcterms:modified>
</cp:coreProperties>
</file>