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88" r:id="rId4"/>
    <p:sldId id="284" r:id="rId5"/>
    <p:sldId id="289" r:id="rId6"/>
    <p:sldId id="290" r:id="rId7"/>
    <p:sldId id="301" r:id="rId8"/>
    <p:sldId id="304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/>
              <a:t>5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파일 접근 권환 관리하기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따라 해보는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실습실을 나가거나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자신의 자리에서 다른 공부를 하시길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두 사람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못한 경우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12:00)  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리눅스</a:t>
            </a:r>
            <a:r>
              <a:rPr lang="ko-KR" altLang="en-US" sz="1800" dirty="0" smtClean="0"/>
              <a:t> 사용자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계정 </a:t>
            </a:r>
            <a:r>
              <a:rPr lang="en-US" altLang="ko-KR" sz="1600" dirty="0" smtClean="0"/>
              <a:t>: user1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비밀번호 </a:t>
            </a:r>
            <a:r>
              <a:rPr lang="en-US" altLang="ko-KR" sz="1600" dirty="0" smtClean="0"/>
              <a:t>: ubuntu1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 문제</a:t>
            </a: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 smtClean="0"/>
              <a:t>학번 디렉터리를 생성하고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다음을 수행</a:t>
            </a:r>
            <a:endParaRPr lang="en-US" altLang="ko-KR" dirty="0" smtClean="0"/>
          </a:p>
          <a:p>
            <a:pPr marL="726948" lvl="2" indent="-342900">
              <a:buFont typeface="+mj-lt"/>
              <a:buAutoNum type="arabicPeriod"/>
            </a:pPr>
            <a:r>
              <a:rPr lang="en-US" altLang="ko-KR" sz="1600" dirty="0" smtClean="0"/>
              <a:t>test.txt </a:t>
            </a:r>
            <a:r>
              <a:rPr lang="ko-KR" altLang="en-US" sz="1600" dirty="0" smtClean="0"/>
              <a:t>파일을 생성하시오</a:t>
            </a:r>
            <a:endParaRPr lang="en-US" altLang="ko-KR" sz="1600" dirty="0" smtClean="0"/>
          </a:p>
          <a:p>
            <a:pPr marL="726948" lvl="2" indent="-342900">
              <a:buFont typeface="+mj-lt"/>
              <a:buAutoNum type="arabicPeriod"/>
            </a:pPr>
            <a:r>
              <a:rPr lang="ko-KR" altLang="en-US" sz="1600" dirty="0" smtClean="0"/>
              <a:t>파일의 전체 사용자 권한을 제거하시오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기호모드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726948" lvl="2" indent="-342900">
              <a:buFont typeface="+mj-lt"/>
              <a:buAutoNum type="arabicPeriod"/>
            </a:pPr>
            <a:r>
              <a:rPr lang="ko-KR" altLang="en-US" sz="1600" dirty="0" smtClean="0"/>
              <a:t>파일 소유자와 기타 사용자에게 읽기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쓰기권한을 부여하시오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숫자모드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726948" lvl="2" indent="-342900">
              <a:buFont typeface="+mj-lt"/>
              <a:buAutoNum type="arabicPeriod"/>
            </a:pPr>
            <a:r>
              <a:rPr lang="ko-KR" altLang="en-US" sz="1600" dirty="0" smtClean="0"/>
              <a:t>그룹에게 읽기 권한을 부여하시오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기호모드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726948" lvl="2" indent="-342900">
              <a:buFont typeface="+mj-lt"/>
              <a:buAutoNum type="arabicPeriod"/>
            </a:pP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200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번 문제 </a:t>
            </a:r>
            <a:endParaRPr lang="en-US" altLang="ko-KR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dirty="0" smtClean="0"/>
              <a:t>현재의 기본 권한을 확인하고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다음을 수행</a:t>
            </a:r>
            <a:endParaRPr lang="en-US" altLang="ko-KR" dirty="0" smtClean="0"/>
          </a:p>
          <a:p>
            <a:pPr marL="726948" lvl="2" indent="-342900">
              <a:buFont typeface="+mj-lt"/>
              <a:buAutoNum type="arabicPeriod"/>
            </a:pPr>
            <a:r>
              <a:rPr lang="ko-KR" altLang="en-US" sz="1600" dirty="0" smtClean="0"/>
              <a:t>기타 사용자만 읽기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쓰기가 가능하도록 설정</a:t>
            </a:r>
            <a:endParaRPr lang="en-US" altLang="ko-KR" sz="1600" dirty="0" smtClean="0"/>
          </a:p>
          <a:p>
            <a:pPr marL="726948" lvl="2" indent="-342900">
              <a:buFont typeface="+mj-lt"/>
              <a:buAutoNum type="arabicPeriod"/>
            </a:pPr>
            <a:r>
              <a:rPr lang="en-US" altLang="ko-KR" sz="1600" dirty="0" smtClean="0"/>
              <a:t>test2</a:t>
            </a:r>
            <a:r>
              <a:rPr lang="ko-KR" altLang="en-US" sz="1600" dirty="0" smtClean="0"/>
              <a:t>를 생성하여 권한이 변경된 것을 확인 후 </a:t>
            </a:r>
            <a:r>
              <a:rPr lang="en-US" altLang="ko-KR" sz="1600" dirty="0" err="1" smtClean="0"/>
              <a:t>SetUID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설정 </a:t>
            </a:r>
            <a:endParaRPr lang="en-US" altLang="ko-KR" sz="1600" dirty="0" smtClean="0"/>
          </a:p>
          <a:p>
            <a:pPr marL="726948" lvl="2" indent="-342900">
              <a:buFont typeface="+mj-lt"/>
              <a:buAutoNum type="arabicPeriod"/>
            </a:pPr>
            <a:r>
              <a:rPr lang="ko-KR" altLang="en-US" sz="1600" dirty="0" smtClean="0"/>
              <a:t>기본 권한을 다시 기본 값으로 설정</a:t>
            </a: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67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en-US" altLang="ko-KR" sz="1800" dirty="0" smtClean="0"/>
              <a:t>3</a:t>
            </a:r>
            <a:r>
              <a:rPr lang="ko-KR" altLang="en-US" sz="1800" dirty="0" smtClean="0"/>
              <a:t>번 </a:t>
            </a:r>
            <a:r>
              <a:rPr lang="ko-KR" altLang="en-US" sz="1800" dirty="0" smtClean="0"/>
              <a:t>문제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Case </a:t>
            </a:r>
            <a:r>
              <a:rPr lang="ko-KR" altLang="en-US" sz="1600" dirty="0" smtClean="0"/>
              <a:t>문을 통해 조건에 맞는 </a:t>
            </a:r>
            <a:r>
              <a:rPr lang="en-US" altLang="ko-KR" sz="1600" dirty="0" smtClean="0"/>
              <a:t>case </a:t>
            </a:r>
            <a:r>
              <a:rPr lang="ko-KR" altLang="en-US" sz="1600" dirty="0" smtClean="0"/>
              <a:t>출력</a:t>
            </a:r>
            <a:r>
              <a:rPr lang="en-US" altLang="ko-KR" sz="1600" dirty="0"/>
              <a:t>	- </a:t>
            </a:r>
            <a:r>
              <a:rPr lang="en-US" altLang="ko-KR" sz="1600" dirty="0" smtClean="0"/>
              <a:t>test.sh </a:t>
            </a:r>
            <a:r>
              <a:rPr lang="ko-KR" altLang="en-US" sz="1600" dirty="0"/>
              <a:t>생성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ko-KR" altLang="en-US" sz="1600" dirty="0" smtClean="0"/>
              <a:t>자신의 영어 이름 입력 </a:t>
            </a:r>
            <a:r>
              <a:rPr lang="en-US" altLang="ko-KR" sz="1600" dirty="0" smtClean="0"/>
              <a:t>ex) </a:t>
            </a:r>
            <a:r>
              <a:rPr lang="en-US" altLang="ko-KR" sz="1600" dirty="0" err="1" smtClean="0"/>
              <a:t>yujin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자신의 영어이름의 길이에 나머지 연산 </a:t>
            </a:r>
            <a:r>
              <a:rPr lang="en-US" altLang="ko-KR" sz="1600" dirty="0" smtClean="0"/>
              <a:t>(%)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% </a:t>
            </a:r>
            <a:r>
              <a:rPr lang="en-US" altLang="ko-KR" sz="1600" dirty="0" smtClean="0">
                <a:solidFill>
                  <a:srgbClr val="FF0000"/>
                </a:solidFill>
              </a:rPr>
              <a:t>3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나머지 연산자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연산 값을  </a:t>
            </a:r>
            <a:r>
              <a:rPr lang="en-US" altLang="ko-KR" sz="1600" dirty="0" smtClean="0"/>
              <a:t>case</a:t>
            </a:r>
            <a:r>
              <a:rPr lang="ko-KR" altLang="en-US" sz="1600" dirty="0" smtClean="0"/>
              <a:t>문의 조건으로 설정</a:t>
            </a: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나머지 연산자 결과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인 경우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호스트 네임 출력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나머지 연산자 결과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인 경우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자신의 학번 출력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나머지 연산자 결과 </a:t>
            </a:r>
            <a:r>
              <a:rPr lang="en-US" altLang="ko-KR" sz="1600" dirty="0" smtClean="0"/>
              <a:t>0</a:t>
            </a:r>
            <a:r>
              <a:rPr lang="ko-KR" altLang="en-US" sz="1600" dirty="0" smtClean="0"/>
              <a:t>인 경우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현재 날짜 출력</a:t>
            </a:r>
            <a:r>
              <a:rPr lang="en-US" altLang="ko-KR" sz="1600" dirty="0" smtClean="0"/>
              <a:t>	</a:t>
            </a:r>
          </a:p>
          <a:p>
            <a:pPr marL="0" indent="0">
              <a:buNone/>
            </a:pPr>
            <a:r>
              <a:rPr lang="en-US" altLang="ko-KR" sz="1600" dirty="0" smtClean="0"/>
              <a:t>	</a:t>
            </a:r>
            <a:endParaRPr lang="ko-KR" alt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5443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67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en-US" altLang="ko-KR" sz="1800" dirty="0" smtClean="0"/>
              <a:t>3</a:t>
            </a:r>
            <a:r>
              <a:rPr lang="ko-KR" altLang="en-US" sz="1800" dirty="0" smtClean="0"/>
              <a:t>번 </a:t>
            </a:r>
            <a:r>
              <a:rPr lang="ko-KR" altLang="en-US" sz="1800" dirty="0" smtClean="0"/>
              <a:t>문제 결과 화면</a:t>
            </a:r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600" dirty="0" smtClean="0"/>
              <a:t>	</a:t>
            </a:r>
            <a:endParaRPr lang="ko-KR" alt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  <p:grpSp>
        <p:nvGrpSpPr>
          <p:cNvPr id="6" name="그룹 5"/>
          <p:cNvGrpSpPr/>
          <p:nvPr/>
        </p:nvGrpSpPr>
        <p:grpSpPr>
          <a:xfrm>
            <a:off x="2997646" y="2570976"/>
            <a:ext cx="7719782" cy="2676525"/>
            <a:chOff x="2997646" y="2570976"/>
            <a:chExt cx="7719782" cy="2676525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7646" y="2570976"/>
              <a:ext cx="5166316" cy="2676525"/>
            </a:xfrm>
            <a:prstGeom prst="rect">
              <a:avLst/>
            </a:prstGeom>
          </p:spPr>
        </p:pic>
        <p:cxnSp>
          <p:nvCxnSpPr>
            <p:cNvPr id="8" name="직선 화살표 연결선 7"/>
            <p:cNvCxnSpPr/>
            <p:nvPr/>
          </p:nvCxnSpPr>
          <p:spPr>
            <a:xfrm>
              <a:off x="7718854" y="3064476"/>
              <a:ext cx="873211" cy="82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/>
            <p:nvPr/>
          </p:nvCxnSpPr>
          <p:spPr>
            <a:xfrm>
              <a:off x="7718853" y="3913751"/>
              <a:ext cx="873211" cy="82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/>
            <p:cNvCxnSpPr/>
            <p:nvPr/>
          </p:nvCxnSpPr>
          <p:spPr>
            <a:xfrm>
              <a:off x="7718853" y="4730578"/>
              <a:ext cx="873211" cy="82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8707395" y="2842054"/>
              <a:ext cx="1977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Case</a:t>
              </a:r>
              <a:r>
                <a:rPr lang="ko-KR" altLang="en-US" dirty="0" smtClean="0"/>
                <a:t>문 조건 </a:t>
              </a:r>
              <a:r>
                <a:rPr lang="en-US" altLang="ko-KR" dirty="0" smtClean="0"/>
                <a:t>: 0</a:t>
              </a:r>
              <a:endParaRPr lang="ko-KR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740346" y="3724572"/>
              <a:ext cx="1977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Case</a:t>
              </a:r>
              <a:r>
                <a:rPr lang="ko-KR" altLang="en-US" dirty="0" smtClean="0"/>
                <a:t>문 조건 </a:t>
              </a:r>
              <a:r>
                <a:rPr lang="en-US" altLang="ko-KR" dirty="0" smtClean="0"/>
                <a:t>: 1</a:t>
              </a:r>
              <a:endParaRPr lang="ko-KR" alt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740347" y="4623486"/>
              <a:ext cx="1977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Case</a:t>
              </a:r>
              <a:r>
                <a:rPr lang="ko-KR" altLang="en-US" dirty="0" smtClean="0"/>
                <a:t>문 조건 </a:t>
              </a:r>
              <a:r>
                <a:rPr lang="en-US" altLang="ko-KR" dirty="0" smtClean="0"/>
                <a:t>: 2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195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35682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9351</TotalTime>
  <Words>224</Words>
  <Application>Microsoft Office PowerPoint</Application>
  <PresentationFormat>와이드스크린</PresentationFormat>
  <Paragraphs>77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추억</vt:lpstr>
      <vt:lpstr>우분투 리눅스 실습 5주차</vt:lpstr>
      <vt:lpstr>실습 조교</vt:lpstr>
      <vt:lpstr>유의 사항</vt:lpstr>
      <vt:lpstr>실습 제출 방식</vt:lpstr>
      <vt:lpstr>준비 사항</vt:lpstr>
      <vt:lpstr>실습 문제</vt:lpstr>
      <vt:lpstr>실습 문제</vt:lpstr>
      <vt:lpstr>실습 문제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248</cp:revision>
  <dcterms:created xsi:type="dcterms:W3CDTF">2016-08-12T07:51:28Z</dcterms:created>
  <dcterms:modified xsi:type="dcterms:W3CDTF">2016-10-11T03:57:15Z</dcterms:modified>
</cp:coreProperties>
</file>