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88" r:id="rId4"/>
    <p:sldId id="284" r:id="rId5"/>
    <p:sldId id="289" r:id="rId6"/>
    <p:sldId id="290" r:id="rId7"/>
    <p:sldId id="301" r:id="rId8"/>
    <p:sldId id="302" r:id="rId9"/>
    <p:sldId id="30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11/8/2016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/>
              <a:t>9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9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소프트웨어 관리하기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따라 해보는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실습실을 나가거나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자신의 자리에서 다른 공부를 하시길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두 사람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못한 경우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12:00)  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리눅스</a:t>
            </a:r>
            <a:r>
              <a:rPr lang="ko-KR" altLang="en-US" sz="1800" dirty="0" smtClean="0"/>
              <a:t> 사용자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계정 </a:t>
            </a:r>
            <a:r>
              <a:rPr lang="en-US" altLang="ko-KR" sz="1600" dirty="0" smtClean="0"/>
              <a:t>: user1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비밀번호 </a:t>
            </a:r>
            <a:r>
              <a:rPr lang="en-US" altLang="ko-KR" sz="1600" dirty="0" smtClean="0"/>
              <a:t>: ubuntu1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1</a:t>
            </a:r>
            <a:r>
              <a:rPr lang="ko-KR" altLang="en-US" sz="1800" dirty="0" smtClean="0"/>
              <a:t>번 문제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solidFill>
                  <a:srgbClr val="FF0000"/>
                </a:solidFill>
              </a:rPr>
              <a:t>week9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디렉터리 생성 </a:t>
            </a:r>
            <a:r>
              <a:rPr lang="en-US" altLang="ko-KR" sz="1600" dirty="0"/>
              <a:t>(week9 </a:t>
            </a:r>
            <a:r>
              <a:rPr lang="ko-KR" altLang="en-US" sz="1600" dirty="0"/>
              <a:t>디렉터리에서 </a:t>
            </a:r>
            <a:r>
              <a:rPr lang="ko-KR" altLang="en-US" sz="1600" dirty="0" smtClean="0"/>
              <a:t>아래의 모든 과정을 </a:t>
            </a:r>
            <a:r>
              <a:rPr lang="ko-KR" altLang="en-US" sz="1600" dirty="0"/>
              <a:t>수행하세요</a:t>
            </a:r>
            <a:r>
              <a:rPr lang="en-US" altLang="ko-KR" sz="1600" dirty="0" smtClean="0"/>
              <a:t>.)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u="sng" dirty="0" smtClean="0"/>
              <a:t>다음페이지</a:t>
            </a:r>
            <a:r>
              <a:rPr lang="ko-KR" altLang="en-US" sz="1600" dirty="0" smtClean="0"/>
              <a:t>와 같이 </a:t>
            </a:r>
            <a:r>
              <a:rPr lang="en-US" altLang="ko-KR" sz="1600" dirty="0" smtClean="0"/>
              <a:t>c </a:t>
            </a:r>
            <a:r>
              <a:rPr lang="ko-KR" altLang="en-US" sz="1600" dirty="0" smtClean="0"/>
              <a:t>코드를 작성하시오 </a:t>
            </a:r>
            <a:r>
              <a:rPr lang="en-US" altLang="ko-KR" sz="1600" dirty="0" smtClean="0"/>
              <a:t>(  </a:t>
            </a:r>
            <a:r>
              <a:rPr lang="en-US" altLang="ko-KR" sz="1600" dirty="0" err="1" smtClean="0"/>
              <a:t>hello.c</a:t>
            </a:r>
            <a:r>
              <a:rPr lang="en-US" altLang="ko-KR" sz="1600" dirty="0" smtClean="0"/>
              <a:t>   //   </a:t>
            </a:r>
            <a:r>
              <a:rPr lang="en-US" altLang="ko-KR" sz="1600" dirty="0" err="1" smtClean="0"/>
              <a:t>sum.c</a:t>
            </a:r>
            <a:r>
              <a:rPr lang="en-US" altLang="ko-KR" sz="1600" dirty="0" smtClean="0"/>
              <a:t>   //  </a:t>
            </a:r>
            <a:r>
              <a:rPr lang="en-US" altLang="ko-KR" sz="1600" dirty="0" err="1" smtClean="0"/>
              <a:t>tri.c</a:t>
            </a:r>
            <a:r>
              <a:rPr lang="en-US" altLang="ko-KR" sz="1600" dirty="0" smtClean="0"/>
              <a:t>  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(vi</a:t>
            </a:r>
            <a:r>
              <a:rPr lang="ko-KR" altLang="en-US" sz="1600" dirty="0" smtClean="0"/>
              <a:t>로 각 파일을 생성하여 </a:t>
            </a:r>
            <a:r>
              <a:rPr lang="en-US" altLang="ko-KR" sz="1600" dirty="0" smtClean="0"/>
              <a:t>c </a:t>
            </a:r>
            <a:r>
              <a:rPr lang="ko-KR" altLang="en-US" sz="1600" dirty="0" smtClean="0"/>
              <a:t>코드를 작성하시오</a:t>
            </a:r>
            <a:r>
              <a:rPr lang="en-US" altLang="ko-KR" sz="1600" dirty="0" smtClean="0"/>
              <a:t>.)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>
                <a:solidFill>
                  <a:srgbClr val="FF0000"/>
                </a:solidFill>
              </a:rPr>
              <a:t>gcc</a:t>
            </a:r>
            <a:r>
              <a:rPr lang="ko-KR" altLang="en-US" sz="1600" dirty="0" smtClean="0"/>
              <a:t>를 이용하여 </a:t>
            </a:r>
            <a:r>
              <a:rPr lang="en-US" altLang="ko-KR" sz="1600" dirty="0" smtClean="0"/>
              <a:t>compile </a:t>
            </a:r>
            <a:r>
              <a:rPr lang="ko-KR" altLang="en-US" sz="1600" dirty="0" smtClean="0"/>
              <a:t>한 후 프로그램 실행 결과를 출력하시오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컴파일 명령어는 한 줄로 출력하시오 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결과 화면</a:t>
            </a:r>
            <a:endParaRPr lang="en-US" altLang="ko-KR" sz="1600" dirty="0" smtClean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t="3385" r="13648"/>
          <a:stretch/>
        </p:blipFill>
        <p:spPr>
          <a:xfrm>
            <a:off x="2570456" y="5055344"/>
            <a:ext cx="2438149" cy="8137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t="3403" b="-3403"/>
          <a:stretch/>
        </p:blipFill>
        <p:spPr>
          <a:xfrm>
            <a:off x="5549831" y="4799903"/>
            <a:ext cx="2441597" cy="109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c</a:t>
            </a:r>
            <a:r>
              <a:rPr lang="ko-KR" altLang="en-US" sz="1800" dirty="0" smtClean="0"/>
              <a:t>코드 파일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endParaRPr lang="en-US" altLang="ko-KR" sz="1800" dirty="0" smtClean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86596" y="5338792"/>
            <a:ext cx="1132527" cy="475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</a:t>
            </a:r>
            <a:r>
              <a:rPr lang="en-US" altLang="ko-KR" dirty="0" err="1" smtClean="0"/>
              <a:t>ello.c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617852" y="5393218"/>
            <a:ext cx="1132527" cy="475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sum.c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549108" y="5349407"/>
            <a:ext cx="1132527" cy="475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tri.c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17" y="2839897"/>
            <a:ext cx="3468925" cy="244470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100" y="2132939"/>
            <a:ext cx="3676207" cy="315190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59" y="3303405"/>
            <a:ext cx="38100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2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en-US" altLang="ko-KR" sz="1800" dirty="0"/>
              <a:t>2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- 1</a:t>
            </a:r>
            <a:r>
              <a:rPr lang="ko-KR" altLang="en-US" sz="1600" dirty="0" smtClean="0"/>
              <a:t>번 문제에서 생성한 </a:t>
            </a:r>
            <a:r>
              <a:rPr lang="en-US" altLang="ko-KR" sz="1600" dirty="0" smtClean="0"/>
              <a:t>week9 </a:t>
            </a:r>
            <a:r>
              <a:rPr lang="ko-KR" altLang="en-US" sz="1600" dirty="0" smtClean="0"/>
              <a:t>디렉터리를 사용하여 </a:t>
            </a:r>
            <a:r>
              <a:rPr lang="en-US" altLang="ko-KR" sz="1600" dirty="0" smtClean="0"/>
              <a:t>week9.tar </a:t>
            </a:r>
            <a:r>
              <a:rPr lang="ko-KR" altLang="en-US" sz="1600" dirty="0" err="1" smtClean="0"/>
              <a:t>아카이브</a:t>
            </a:r>
            <a:r>
              <a:rPr lang="ko-KR" altLang="en-US" sz="1600" dirty="0" smtClean="0"/>
              <a:t>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짝수 학번은 </a:t>
            </a:r>
            <a:r>
              <a:rPr lang="en-US" altLang="ko-KR" sz="1600" dirty="0" err="1" smtClean="0"/>
              <a:t>gzip</a:t>
            </a:r>
            <a:r>
              <a:rPr lang="ko-KR" altLang="en-US" sz="1600" dirty="0" smtClean="0"/>
              <a:t>으로 압축하여 </a:t>
            </a:r>
            <a:r>
              <a:rPr lang="en-US" altLang="ko-KR" sz="1600" dirty="0" smtClean="0"/>
              <a:t>week9.tar.gz </a:t>
            </a:r>
            <a:r>
              <a:rPr lang="ko-KR" altLang="en-US" sz="1600" dirty="0" smtClean="0"/>
              <a:t>생성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홀수 학번은 </a:t>
            </a:r>
            <a:r>
              <a:rPr lang="en-US" altLang="ko-KR" sz="1600" dirty="0" smtClean="0"/>
              <a:t>bzip2</a:t>
            </a:r>
            <a:r>
              <a:rPr lang="ko-KR" altLang="en-US" sz="1600" dirty="0" smtClean="0"/>
              <a:t>로 압축하여 </a:t>
            </a:r>
            <a:r>
              <a:rPr lang="en-US" altLang="ko-KR" sz="1600" dirty="0" smtClean="0"/>
              <a:t>week9.tar.bz2 </a:t>
            </a:r>
            <a:r>
              <a:rPr lang="ko-KR" altLang="en-US" sz="1600" dirty="0" smtClean="0"/>
              <a:t>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압축 정보를 화면에 출력하며 압축하시오</a:t>
            </a:r>
            <a:r>
              <a:rPr lang="en-US" altLang="ko-KR" sz="1600" dirty="0" smtClean="0"/>
              <a:t>.)</a:t>
            </a:r>
          </a:p>
          <a:p>
            <a:pPr marL="0" indent="0">
              <a:buNone/>
            </a:pPr>
            <a:r>
              <a:rPr lang="en-US" altLang="ko-KR" sz="1600" dirty="0" smtClean="0"/>
              <a:t>	- </a:t>
            </a:r>
            <a:r>
              <a:rPr lang="ko-KR" altLang="en-US" sz="1600" dirty="0" err="1" smtClean="0"/>
              <a:t>홈디렉터리에서</a:t>
            </a:r>
            <a:r>
              <a:rPr lang="ko-KR" altLang="en-US" sz="1600" dirty="0" smtClean="0"/>
              <a:t> 새로운 </a:t>
            </a:r>
            <a:r>
              <a:rPr lang="en-US" altLang="ko-KR" sz="1600" dirty="0" smtClean="0"/>
              <a:t>ch9 </a:t>
            </a:r>
            <a:r>
              <a:rPr lang="ko-KR" altLang="en-US" sz="1600" dirty="0" smtClean="0"/>
              <a:t>디렉터리를 생성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 </a:t>
            </a:r>
            <a:r>
              <a:rPr lang="ko-KR" altLang="en-US" sz="1600" dirty="0" smtClean="0"/>
              <a:t>압축파일을 </a:t>
            </a:r>
            <a:r>
              <a:rPr lang="en-US" altLang="ko-KR" sz="1600" dirty="0" smtClean="0"/>
              <a:t>ch9 </a:t>
            </a:r>
            <a:r>
              <a:rPr lang="ko-KR" altLang="en-US" sz="1600" dirty="0" smtClean="0"/>
              <a:t>디렉터리로 이동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 smtClean="0"/>
              <a:t>	-------------------------------------------------------------------------------------------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/>
              <a:t>조교에게 검사를 맡을 </a:t>
            </a:r>
            <a:r>
              <a:rPr lang="ko-KR" altLang="en-US" sz="1600" dirty="0" smtClean="0"/>
              <a:t>시 압축된 파일의 내용을 출력하시오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ch9 </a:t>
            </a:r>
            <a:r>
              <a:rPr lang="ko-KR" altLang="en-US" sz="1600" dirty="0" smtClean="0"/>
              <a:t>디렉터리에서 압축을 풀고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생성된 </a:t>
            </a:r>
            <a:r>
              <a:rPr lang="ko-KR" altLang="en-US" sz="1600" dirty="0" err="1" smtClean="0"/>
              <a:t>아카이브를</a:t>
            </a:r>
            <a:r>
              <a:rPr lang="ko-KR" altLang="en-US" sz="1600" dirty="0" smtClean="0"/>
              <a:t> 푸는 것을 검사할 예정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ch9 </a:t>
            </a:r>
            <a:r>
              <a:rPr lang="ko-KR" altLang="en-US" sz="1600" dirty="0" smtClean="0"/>
              <a:t>디렉터리 안에 저장된 </a:t>
            </a:r>
            <a:r>
              <a:rPr lang="en-US" altLang="ko-KR" sz="1600" dirty="0" smtClean="0"/>
              <a:t>week9 </a:t>
            </a:r>
            <a:r>
              <a:rPr lang="ko-KR" altLang="en-US" sz="1600" dirty="0" smtClean="0"/>
              <a:t>디렉터리에서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번 파일을 실행하는 것 까지 검사를 할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73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2894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11375</TotalTime>
  <Words>131</Words>
  <Application>Microsoft Office PowerPoint</Application>
  <PresentationFormat>와이드스크린</PresentationFormat>
  <Paragraphs>72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Calibri Light</vt:lpstr>
      <vt:lpstr>추억</vt:lpstr>
      <vt:lpstr>우분투 리눅스 실습 9주차</vt:lpstr>
      <vt:lpstr>실습 조교</vt:lpstr>
      <vt:lpstr>유의 사항</vt:lpstr>
      <vt:lpstr>실습 제출 방식</vt:lpstr>
      <vt:lpstr>준비 사항</vt:lpstr>
      <vt:lpstr>실습 문제</vt:lpstr>
      <vt:lpstr>실습 문제</vt:lpstr>
      <vt:lpstr>실습 문제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393</cp:revision>
  <dcterms:created xsi:type="dcterms:W3CDTF">2016-08-12T07:51:28Z</dcterms:created>
  <dcterms:modified xsi:type="dcterms:W3CDTF">2016-11-08T03:46:20Z</dcterms:modified>
</cp:coreProperties>
</file>