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83" r:id="rId22"/>
    <p:sldId id="284" r:id="rId23"/>
    <p:sldId id="285" r:id="rId24"/>
    <p:sldId id="277" r:id="rId25"/>
    <p:sldId id="278" r:id="rId26"/>
    <p:sldId id="279" r:id="rId27"/>
    <p:sldId id="280" r:id="rId28"/>
    <p:sldId id="281" r:id="rId29"/>
    <p:sldId id="286" r:id="rId30"/>
    <p:sldId id="28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3A106A-7E63-4C25-A546-4E4846D8307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418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9/5/2016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virtualbox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buntu.com/download/deskto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 smtClean="0"/>
              <a:t>1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err="1" smtClean="0">
                <a:solidFill>
                  <a:schemeClr val="tx1"/>
                </a:solidFill>
              </a:rPr>
              <a:t>리눅스</a:t>
            </a:r>
            <a:r>
              <a:rPr lang="ko-KR" altLang="en-US" dirty="0" smtClean="0">
                <a:solidFill>
                  <a:schemeClr val="tx1"/>
                </a:solidFill>
              </a:rPr>
              <a:t> 입문과 설치하기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en-US" altLang="ko-KR" sz="1800" dirty="0" smtClean="0"/>
              <a:t>virtual box </a:t>
            </a:r>
            <a:r>
              <a:rPr lang="ko-KR" altLang="en-US" sz="1800" dirty="0" smtClean="0"/>
              <a:t>설치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Ubuntu </a:t>
            </a:r>
            <a:r>
              <a:rPr lang="ko-KR" altLang="en-US" sz="1800" dirty="0" smtClean="0"/>
              <a:t>설치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간단한 명령어 </a:t>
            </a:r>
            <a:r>
              <a:rPr lang="ko-KR" altLang="en-US" sz="1800" dirty="0" smtClean="0"/>
              <a:t>실행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vi </a:t>
            </a:r>
            <a:r>
              <a:rPr lang="ko-KR" altLang="en-US" sz="1800" dirty="0" smtClean="0"/>
              <a:t>편집기 간단한 실습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9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Virtual Box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(1/6)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sz="1800" dirty="0">
                <a:hlinkClick r:id="rId2"/>
              </a:rPr>
              <a:t>https://www.virtualbox.org</a:t>
            </a:r>
            <a:r>
              <a:rPr lang="en-US" altLang="ko-KR" sz="1800" dirty="0" smtClean="0">
                <a:hlinkClick r:id="rId2"/>
              </a:rPr>
              <a:t>/</a:t>
            </a:r>
            <a:endParaRPr lang="en-US" altLang="ko-KR" sz="1800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31308"/>
            <a:ext cx="8288966" cy="353778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357816" y="3896497"/>
            <a:ext cx="2710249" cy="947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18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322" y="2339546"/>
            <a:ext cx="7510136" cy="3587106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Virtual Box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(2/6)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313405" y="4390767"/>
            <a:ext cx="881449" cy="1482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en-US" altLang="ko-KR" sz="1800" dirty="0" err="1" smtClean="0"/>
              <a:t>virtualBox</a:t>
            </a:r>
            <a:r>
              <a:rPr lang="en-US" altLang="ko-KR" sz="1800" dirty="0" smtClean="0"/>
              <a:t> 5.1.2 for Windows : x86/amd64 </a:t>
            </a:r>
            <a:r>
              <a:rPr lang="ko-KR" altLang="en-US" sz="1800" dirty="0" smtClean="0"/>
              <a:t>설치</a:t>
            </a:r>
            <a:endParaRPr lang="en-US" altLang="ko-KR" sz="1800" dirty="0" smtClean="0"/>
          </a:p>
          <a:p>
            <a:pPr marL="0" indent="0">
              <a:buFont typeface="Calibri" panose="020F0502020204030204" pitchFamily="34" charset="0"/>
              <a:buNone/>
            </a:pPr>
            <a:endParaRPr lang="ko-KR" altLang="en-US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14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507" y="2214435"/>
            <a:ext cx="4752975" cy="3714750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Virtual Box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(3/6)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118918" y="5511113"/>
            <a:ext cx="947351" cy="288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56" y="2214435"/>
            <a:ext cx="4733925" cy="371475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9205783" y="5515232"/>
            <a:ext cx="947351" cy="288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7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Virtual Box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(4/6)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1228816" y="2214435"/>
            <a:ext cx="9795328" cy="3681330"/>
            <a:chOff x="1197937" y="2113624"/>
            <a:chExt cx="9795328" cy="368133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t="1405" r="811"/>
            <a:stretch/>
          </p:blipFill>
          <p:spPr>
            <a:xfrm>
              <a:off x="1197937" y="2113624"/>
              <a:ext cx="4733307" cy="3681330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4102442" y="5374823"/>
              <a:ext cx="947351" cy="2883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0290" y="2113624"/>
              <a:ext cx="4752975" cy="3681330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9123404" y="5374823"/>
              <a:ext cx="947351" cy="2883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9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Virtual Box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(5/6)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25" y="2231060"/>
            <a:ext cx="4721207" cy="36957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118918" y="5511113"/>
            <a:ext cx="947351" cy="288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184" y="2231060"/>
            <a:ext cx="4752975" cy="3714750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2646249" y="3821414"/>
            <a:ext cx="2782485" cy="1427031"/>
            <a:chOff x="6417886" y="1176930"/>
            <a:chExt cx="5048250" cy="231457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7886" y="1176930"/>
              <a:ext cx="5048250" cy="2314575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9408197" y="2582439"/>
              <a:ext cx="947351" cy="2883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9201664" y="5511113"/>
            <a:ext cx="947351" cy="288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2548502" y="3756925"/>
            <a:ext cx="2977977" cy="16228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en-US" altLang="ko-KR" sz="1800" dirty="0" smtClean="0"/>
              <a:t>Virtual Box </a:t>
            </a:r>
            <a:r>
              <a:rPr lang="ko-KR" altLang="en-US" sz="1800" dirty="0" smtClean="0"/>
              <a:t>설치 완료</a:t>
            </a:r>
            <a:endParaRPr lang="ko-KR" altLang="en-US" sz="18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Virtual Box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(6/6)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03" y="2257168"/>
            <a:ext cx="5311218" cy="372030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2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(1/11)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dirty="0">
                <a:hlinkClick r:id="rId3"/>
              </a:rPr>
              <a:t>http://</a:t>
            </a:r>
            <a:r>
              <a:rPr lang="en-US" altLang="ko-KR" dirty="0" smtClean="0">
                <a:hlinkClick r:id="rId3"/>
              </a:rPr>
              <a:t>www.ubuntu.com/download/desktop</a:t>
            </a:r>
            <a:endParaRPr lang="en-US" altLang="ko-KR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우분투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ISO </a:t>
            </a:r>
            <a:r>
              <a:rPr lang="ko-KR" altLang="en-US" sz="1600" dirty="0" smtClean="0"/>
              <a:t>파일 다운로드</a:t>
            </a: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1189594" y="2726801"/>
            <a:ext cx="5433628" cy="3051752"/>
            <a:chOff x="1181357" y="2285708"/>
            <a:chExt cx="6867010" cy="391815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1357" y="2285708"/>
              <a:ext cx="6867010" cy="3918155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733534" y="3468131"/>
              <a:ext cx="2199504" cy="5684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715536" y="3972135"/>
            <a:ext cx="5160166" cy="1806418"/>
            <a:chOff x="6784698" y="2347784"/>
            <a:chExt cx="5160166" cy="1806418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84698" y="2347784"/>
              <a:ext cx="5160166" cy="1806418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8" name="직사각형 7"/>
            <p:cNvSpPr/>
            <p:nvPr/>
          </p:nvSpPr>
          <p:spPr>
            <a:xfrm>
              <a:off x="6871628" y="3509319"/>
              <a:ext cx="1984047" cy="304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8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주의사항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다운받은 </a:t>
            </a:r>
            <a:r>
              <a:rPr lang="ko-KR" altLang="en-US" sz="1600" dirty="0" err="1" smtClean="0"/>
              <a:t>우분투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ISO </a:t>
            </a:r>
            <a:r>
              <a:rPr lang="ko-KR" altLang="en-US" sz="1600" dirty="0" smtClean="0"/>
              <a:t>파일과 같은 비트 설정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(2/11)</a:t>
            </a:r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1382284" y="2611395"/>
            <a:ext cx="8453694" cy="3590649"/>
            <a:chOff x="1398760" y="2051221"/>
            <a:chExt cx="9409282" cy="402725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760" y="2051221"/>
              <a:ext cx="5327922" cy="4025084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1398760" y="2387370"/>
              <a:ext cx="694825" cy="4958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8161" y="2051221"/>
              <a:ext cx="3779881" cy="4027255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9113495" y="5692346"/>
              <a:ext cx="829575" cy="28512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7766608" y="4063763"/>
              <a:ext cx="2604830" cy="5494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5451796" y="2027083"/>
            <a:ext cx="2686180" cy="402963"/>
            <a:chOff x="5889410" y="2048591"/>
            <a:chExt cx="2686180" cy="402963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9410" y="2105335"/>
              <a:ext cx="2686180" cy="346219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762490" y="2048591"/>
              <a:ext cx="551036" cy="4029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9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460" y="2064093"/>
            <a:ext cx="3657600" cy="386715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(3/11)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t="791"/>
          <a:stretch/>
        </p:blipFill>
        <p:spPr>
          <a:xfrm>
            <a:off x="5259215" y="2075935"/>
            <a:ext cx="3667125" cy="387435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136943" y="5528279"/>
            <a:ext cx="895478" cy="402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202316" y="5528280"/>
            <a:ext cx="895478" cy="402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5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676" y="2064093"/>
            <a:ext cx="3663958" cy="3908339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(4/11)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423474" y="3624649"/>
            <a:ext cx="1945802" cy="217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812" y="2064093"/>
            <a:ext cx="3611907" cy="390833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571225" y="4353698"/>
            <a:ext cx="969618" cy="217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301699" y="5569469"/>
            <a:ext cx="895478" cy="402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416499" y="5569468"/>
            <a:ext cx="895478" cy="402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54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en-US" altLang="ko-KR" sz="1800" dirty="0" smtClean="0"/>
              <a:t>D </a:t>
            </a:r>
            <a:r>
              <a:rPr lang="ko-KR" altLang="en-US" sz="1800" dirty="0" smtClean="0"/>
              <a:t>드라이브의 </a:t>
            </a:r>
            <a:r>
              <a:rPr lang="en-US" altLang="ko-KR" sz="1800" dirty="0" smtClean="0"/>
              <a:t>“</a:t>
            </a:r>
            <a:r>
              <a:rPr lang="ko-KR" altLang="en-US" sz="1800" dirty="0"/>
              <a:t> </a:t>
            </a:r>
            <a:r>
              <a:rPr lang="en-US" altLang="ko-KR" sz="1800" dirty="0" smtClean="0"/>
              <a:t>Linux”</a:t>
            </a:r>
            <a:r>
              <a:rPr lang="ko-KR" altLang="en-US" sz="1800" dirty="0" smtClean="0"/>
              <a:t> 폴더에 저장</a:t>
            </a:r>
            <a:endParaRPr lang="ko-KR" altLang="en-US" sz="18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(5/11)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228" y="2230523"/>
            <a:ext cx="3933825" cy="382108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365810" y="3614737"/>
            <a:ext cx="3609844" cy="2570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3384078" y="5648645"/>
            <a:ext cx="895478" cy="402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150" y="2230522"/>
            <a:ext cx="5187868" cy="382108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386770" y="2580050"/>
            <a:ext cx="384733" cy="402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792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설정하기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부팅 순서 </a:t>
            </a:r>
            <a:r>
              <a:rPr lang="en-US" altLang="ko-KR" sz="1600" dirty="0" smtClean="0"/>
              <a:t>: ‘</a:t>
            </a:r>
            <a:r>
              <a:rPr lang="ko-KR" altLang="en-US" sz="1600" dirty="0" smtClean="0"/>
              <a:t>광학</a:t>
            </a:r>
            <a:r>
              <a:rPr lang="en-US" altLang="ko-KR" sz="1600" dirty="0" smtClean="0"/>
              <a:t>’</a:t>
            </a:r>
            <a:r>
              <a:rPr lang="ko-KR" altLang="en-US" sz="1600" dirty="0" smtClean="0"/>
              <a:t>이 맨 위에 올라가도록 화살표로 설정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IDE </a:t>
            </a:r>
            <a:r>
              <a:rPr lang="ko-KR" altLang="en-US" sz="1600" dirty="0" smtClean="0"/>
              <a:t>컨트롤러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이전에 </a:t>
            </a:r>
            <a:r>
              <a:rPr lang="ko-KR" altLang="en-US" sz="1600" dirty="0" err="1" smtClean="0"/>
              <a:t>다운로드한</a:t>
            </a:r>
            <a:r>
              <a:rPr lang="en-US" altLang="ko-KR" sz="1600" dirty="0" smtClean="0"/>
              <a:t>(p.9)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우분투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iso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파일을 선택</a:t>
            </a:r>
            <a:endParaRPr lang="ko-KR" altLang="en-US" sz="1600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(6/11)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589501" y="2866765"/>
            <a:ext cx="5193885" cy="3252659"/>
            <a:chOff x="1097280" y="2323069"/>
            <a:chExt cx="5703500" cy="325265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323069"/>
              <a:ext cx="5703500" cy="3252659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3157539" y="3496963"/>
              <a:ext cx="969618" cy="2179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127157" y="3504416"/>
              <a:ext cx="222420" cy="20305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04" y="2866764"/>
            <a:ext cx="5685655" cy="3252659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752310" y="3637882"/>
            <a:ext cx="202546" cy="203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353312" y="3822696"/>
            <a:ext cx="1724785" cy="217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858" y="4191181"/>
            <a:ext cx="2458441" cy="1369359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820631" y="5256094"/>
            <a:ext cx="949445" cy="197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8534400" y="3426941"/>
            <a:ext cx="217910" cy="21094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8711676" y="4990966"/>
            <a:ext cx="217910" cy="21094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7073429" y="3822696"/>
            <a:ext cx="217910" cy="210941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09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내용 개체 틀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0" y="2324919"/>
            <a:ext cx="5086003" cy="354730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(7/11)</a:t>
            </a:r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1097280" y="2306595"/>
            <a:ext cx="4811399" cy="3547306"/>
            <a:chOff x="1223577" y="2214047"/>
            <a:chExt cx="5187868" cy="382108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3577" y="2214047"/>
              <a:ext cx="5187868" cy="3821086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8" name="직사각형 7"/>
            <p:cNvSpPr/>
            <p:nvPr/>
          </p:nvSpPr>
          <p:spPr>
            <a:xfrm>
              <a:off x="1223577" y="2912075"/>
              <a:ext cx="1717331" cy="3665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15762" y="3310918"/>
              <a:ext cx="14251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/>
                <a:t>더블클릭 ↑</a:t>
              </a:r>
              <a:endParaRPr lang="ko-KR" altLang="en-US" sz="1600" dirty="0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9382898" y="4131524"/>
            <a:ext cx="1293675" cy="3403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80193" y="5206314"/>
            <a:ext cx="1118531" cy="291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56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908" y="2395634"/>
            <a:ext cx="5229287" cy="340587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(8/11)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34908" y="2899719"/>
            <a:ext cx="5092774" cy="2636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110989" y="5000367"/>
            <a:ext cx="779065" cy="27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708" y="2395634"/>
            <a:ext cx="5303623" cy="340587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206132" y="3163330"/>
            <a:ext cx="5092774" cy="3954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0544554" y="4971534"/>
            <a:ext cx="779065" cy="27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43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909" y="2395634"/>
            <a:ext cx="5229286" cy="340587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(9/11)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905043" y="4736756"/>
            <a:ext cx="663735" cy="321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162" y="2395634"/>
            <a:ext cx="5213180" cy="342135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0634459" y="4963296"/>
            <a:ext cx="663735" cy="321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2741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(10/11)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209843" y="4950940"/>
            <a:ext cx="663735" cy="321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ID </a:t>
            </a:r>
            <a:r>
              <a:rPr lang="en-US" altLang="ko-KR" sz="1800" smtClean="0"/>
              <a:t>: user1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PW:ubuntu1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917552" y="2792988"/>
            <a:ext cx="10849104" cy="3184480"/>
            <a:chOff x="749772" y="2627870"/>
            <a:chExt cx="10849104" cy="3184480"/>
          </a:xfrm>
        </p:grpSpPr>
        <p:grpSp>
          <p:nvGrpSpPr>
            <p:cNvPr id="19" name="그룹 18"/>
            <p:cNvGrpSpPr/>
            <p:nvPr/>
          </p:nvGrpSpPr>
          <p:grpSpPr>
            <a:xfrm>
              <a:off x="749772" y="2627870"/>
              <a:ext cx="10849104" cy="3184480"/>
              <a:chOff x="749772" y="2627870"/>
              <a:chExt cx="10849104" cy="3184480"/>
            </a:xfrm>
          </p:grpSpPr>
          <p:grpSp>
            <p:nvGrpSpPr>
              <p:cNvPr id="8" name="그룹 7"/>
              <p:cNvGrpSpPr/>
              <p:nvPr/>
            </p:nvGrpSpPr>
            <p:grpSpPr>
              <a:xfrm>
                <a:off x="749772" y="2627870"/>
                <a:ext cx="10849104" cy="3184480"/>
                <a:chOff x="749772" y="2390605"/>
                <a:chExt cx="10753416" cy="3421745"/>
              </a:xfrm>
            </p:grpSpPr>
            <p:grpSp>
              <p:nvGrpSpPr>
                <p:cNvPr id="7" name="그룹 6"/>
                <p:cNvGrpSpPr/>
                <p:nvPr/>
              </p:nvGrpSpPr>
              <p:grpSpPr>
                <a:xfrm>
                  <a:off x="749772" y="2390605"/>
                  <a:ext cx="10753416" cy="3421745"/>
                  <a:chOff x="749772" y="2390605"/>
                  <a:chExt cx="10753416" cy="3421745"/>
                </a:xfrm>
              </p:grpSpPr>
              <p:pic>
                <p:nvPicPr>
                  <p:cNvPr id="11" name="그림 10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49772" y="2395634"/>
                    <a:ext cx="5255483" cy="3416716"/>
                  </a:xfrm>
                  <a:prstGeom prst="rect">
                    <a:avLst/>
                  </a:prstGeom>
                </p:spPr>
              </p:pic>
              <p:pic>
                <p:nvPicPr>
                  <p:cNvPr id="13" name="그림 1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271517" y="2390605"/>
                    <a:ext cx="5231671" cy="341593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4" name="직사각형 13"/>
                <p:cNvSpPr/>
                <p:nvPr/>
              </p:nvSpPr>
              <p:spPr>
                <a:xfrm>
                  <a:off x="10715947" y="4950940"/>
                  <a:ext cx="663735" cy="32127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16" name="직사각형 15"/>
              <p:cNvSpPr/>
              <p:nvPr/>
            </p:nvSpPr>
            <p:spPr>
              <a:xfrm>
                <a:off x="853243" y="3900616"/>
                <a:ext cx="2574349" cy="28832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3400896" y="3283155"/>
                <a:ext cx="2574349" cy="28832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8" name="직사각형 17"/>
            <p:cNvSpPr/>
            <p:nvPr/>
          </p:nvSpPr>
          <p:spPr>
            <a:xfrm>
              <a:off x="5249269" y="5010670"/>
              <a:ext cx="669641" cy="2989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67257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설치 완료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(11/11)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72" y="2395634"/>
            <a:ext cx="5262528" cy="341671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660" y="2395635"/>
            <a:ext cx="5262528" cy="3416716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0078405" y="4176583"/>
            <a:ext cx="877919" cy="321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4674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Ubuntu </a:t>
            </a:r>
            <a:r>
              <a:rPr lang="ko-KR" altLang="en-US" dirty="0" smtClean="0"/>
              <a:t>해상도 설정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815546" y="2413686"/>
            <a:ext cx="5123937" cy="3138905"/>
            <a:chOff x="443738" y="2533805"/>
            <a:chExt cx="5547804" cy="324406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43231" b="59550"/>
            <a:stretch/>
          </p:blipFill>
          <p:spPr>
            <a:xfrm>
              <a:off x="443738" y="2533805"/>
              <a:ext cx="5547804" cy="3244060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2006361" y="4470929"/>
              <a:ext cx="2087788" cy="1999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083025"/>
            <a:ext cx="5543550" cy="180022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0651051" y="4423719"/>
            <a:ext cx="947826" cy="3706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019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546" y="2413686"/>
            <a:ext cx="5123937" cy="313890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</a:t>
            </a:r>
            <a:r>
              <a:rPr lang="ko-KR" altLang="en-US" dirty="0" smtClean="0"/>
              <a:t>해상도 설정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27" y="2413686"/>
            <a:ext cx="4858653" cy="3138905"/>
          </a:xfrm>
          <a:prstGeom prst="rect">
            <a:avLst/>
          </a:prstGeo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암호에 </a:t>
            </a:r>
            <a:r>
              <a:rPr lang="en-US" altLang="ko-KR" sz="1800" dirty="0" smtClean="0"/>
              <a:t>ubuntu1 </a:t>
            </a:r>
            <a:r>
              <a:rPr lang="ko-KR" altLang="en-US" sz="1800" dirty="0" smtClean="0"/>
              <a:t>입력</a:t>
            </a:r>
            <a:endParaRPr lang="en-US" altLang="ko-KR" sz="1600" dirty="0" smtClean="0"/>
          </a:p>
          <a:p>
            <a:pPr marL="201168" lvl="1" indent="0">
              <a:buNone/>
            </a:pPr>
            <a:endParaRPr lang="en-US" altLang="ko-KR" sz="1400" dirty="0" smtClean="0"/>
          </a:p>
          <a:p>
            <a:pPr marL="201168" lvl="1" indent="0">
              <a:buFont typeface="Calibri" pitchFamily="34" charset="0"/>
              <a:buNone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  <p:sp>
        <p:nvSpPr>
          <p:cNvPr id="12" name="직사각형 11"/>
          <p:cNvSpPr/>
          <p:nvPr/>
        </p:nvSpPr>
        <p:spPr>
          <a:xfrm>
            <a:off x="5115697" y="4893275"/>
            <a:ext cx="757882" cy="5189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0435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설치 완료 후 재 시작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 해상도 설정 가능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</a:t>
            </a:r>
            <a:r>
              <a:rPr lang="ko-KR" altLang="en-US" dirty="0" smtClean="0"/>
              <a:t>해상도 설정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828619" y="2730189"/>
            <a:ext cx="5123937" cy="3138905"/>
            <a:chOff x="641390" y="2637439"/>
            <a:chExt cx="5589116" cy="397219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628" y="2637439"/>
              <a:ext cx="5580878" cy="3972199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>
              <a:off x="641390" y="4545721"/>
              <a:ext cx="446005" cy="41345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021227" y="4297215"/>
              <a:ext cx="524264" cy="4805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6322124" y="2713673"/>
            <a:ext cx="5203124" cy="3155421"/>
            <a:chOff x="6355076" y="2397170"/>
            <a:chExt cx="5203124" cy="3767137"/>
          </a:xfrm>
        </p:grpSpPr>
        <p:pic>
          <p:nvPicPr>
            <p:cNvPr id="12" name="내용 개체 틀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5076" y="2397170"/>
              <a:ext cx="5203124" cy="3767137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7818965" y="3941755"/>
              <a:ext cx="1055605" cy="21228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0555951" y="5861121"/>
              <a:ext cx="1002249" cy="2888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40415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키보드 한글 입력 설정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err="1" smtClean="0"/>
              <a:t>한영키를</a:t>
            </a:r>
            <a:r>
              <a:rPr lang="ko-KR" altLang="en-US" sz="1600" dirty="0" smtClean="0"/>
              <a:t> 누르면 영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한 키보드 입력문자가 바뀜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(1/5)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503188" y="3307492"/>
            <a:ext cx="1151286" cy="2141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035891" y="2586681"/>
            <a:ext cx="9739201" cy="3208272"/>
            <a:chOff x="1035891" y="2240125"/>
            <a:chExt cx="9885277" cy="3554828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5891" y="2246011"/>
              <a:ext cx="4720152" cy="3548942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1016" y="2240125"/>
              <a:ext cx="4720152" cy="3554828"/>
            </a:xfrm>
            <a:prstGeom prst="rect">
              <a:avLst/>
            </a:prstGeom>
          </p:spPr>
        </p:pic>
      </p:grpSp>
      <p:sp>
        <p:nvSpPr>
          <p:cNvPr id="13" name="직사각형 12"/>
          <p:cNvSpPr/>
          <p:nvPr/>
        </p:nvSpPr>
        <p:spPr>
          <a:xfrm>
            <a:off x="3575222" y="3578123"/>
            <a:ext cx="1011296" cy="170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4586518" y="2600243"/>
            <a:ext cx="287407" cy="1165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5212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지에디트</a:t>
            </a:r>
            <a:r>
              <a:rPr lang="ko-KR" altLang="en-US" sz="1800" dirty="0" smtClean="0"/>
              <a:t> 사용 </a:t>
            </a:r>
            <a:r>
              <a:rPr lang="en-US" altLang="ko-KR" sz="1800" dirty="0" smtClean="0"/>
              <a:t>(= </a:t>
            </a:r>
            <a:r>
              <a:rPr lang="ko-KR" altLang="en-US" sz="1800" dirty="0" smtClean="0"/>
              <a:t>텍스트 편집기</a:t>
            </a:r>
            <a:r>
              <a:rPr lang="en-US" altLang="ko-KR" sz="1800" dirty="0" smtClean="0"/>
              <a:t>)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(2/5)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94286"/>
            <a:ext cx="5029754" cy="347480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008546" y="2529016"/>
            <a:ext cx="556643" cy="428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770546" y="3101544"/>
            <a:ext cx="709043" cy="745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61" y="2394286"/>
            <a:ext cx="5033554" cy="347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18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터미널 사용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(3/5)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94286"/>
            <a:ext cx="5029754" cy="347480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008546" y="2529016"/>
            <a:ext cx="556643" cy="428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903114" y="3111889"/>
            <a:ext cx="709043" cy="745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87" y="2408525"/>
            <a:ext cx="5029754" cy="3446330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6812692" y="3111889"/>
            <a:ext cx="5354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6928022" y="3111889"/>
            <a:ext cx="152399" cy="1997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04221" y="3244744"/>
            <a:ext cx="1486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</a:rPr>
              <a:t>사용자 계정 이름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7395695" y="3111889"/>
            <a:ext cx="11446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8311876" y="3106726"/>
            <a:ext cx="152399" cy="19972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23722" y="3248534"/>
            <a:ext cx="1486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</a:rPr>
              <a:t>호스트 이름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632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터미널에서 명령어 실행</a:t>
            </a:r>
            <a:r>
              <a:rPr lang="en-US" altLang="ko-KR" sz="1800" dirty="0" smtClean="0"/>
              <a:t>(1/2)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ls : </a:t>
            </a:r>
            <a:r>
              <a:rPr lang="ko-KR" altLang="en-US" sz="1600" dirty="0" err="1" smtClean="0"/>
              <a:t>디렉토리의</a:t>
            </a:r>
            <a:r>
              <a:rPr lang="ko-KR" altLang="en-US" sz="1600" dirty="0" smtClean="0"/>
              <a:t> 내용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01168" lvl="1" indent="0">
              <a:buNone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date : </a:t>
            </a:r>
            <a:r>
              <a:rPr lang="ko-KR" altLang="en-US" sz="1600" dirty="0" smtClean="0"/>
              <a:t>현재 날짜와 시간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/>
              <a:t>c</a:t>
            </a:r>
            <a:r>
              <a:rPr lang="en-US" altLang="ko-KR" sz="1600" dirty="0" smtClean="0"/>
              <a:t>lear : </a:t>
            </a:r>
            <a:r>
              <a:rPr lang="ko-KR" altLang="en-US" sz="1600" dirty="0" smtClean="0"/>
              <a:t>화면 지움</a:t>
            </a: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(4/5)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85" y="2810390"/>
            <a:ext cx="6896100" cy="67421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610" y="3979061"/>
            <a:ext cx="6886575" cy="6000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610" y="5139495"/>
            <a:ext cx="68865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52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sz="1800" dirty="0"/>
              <a:t>터미널에서 명령어 실행</a:t>
            </a:r>
            <a:r>
              <a:rPr lang="en-US" altLang="ko-KR" sz="1800" dirty="0" smtClean="0"/>
              <a:t>(2/2)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man : </a:t>
            </a:r>
            <a:r>
              <a:rPr lang="ko-KR" altLang="en-US" sz="1600" dirty="0" err="1" smtClean="0"/>
              <a:t>리눅스가</a:t>
            </a:r>
            <a:r>
              <a:rPr lang="ko-KR" altLang="en-US" sz="1600" dirty="0" smtClean="0"/>
              <a:t> 제공하는 각종 명령어 사용법 화면에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01168" lvl="1" indent="0">
              <a:buNone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p</a:t>
            </a:r>
            <a:r>
              <a:rPr lang="en-US" altLang="ko-KR" sz="1600" dirty="0" err="1" smtClean="0"/>
              <a:t>asswd</a:t>
            </a:r>
            <a:r>
              <a:rPr lang="en-US" altLang="ko-KR" sz="1600" dirty="0" smtClean="0"/>
              <a:t> : </a:t>
            </a:r>
            <a:r>
              <a:rPr lang="ko-KR" altLang="en-US" sz="1600" dirty="0" smtClean="0"/>
              <a:t>사용자 계정의 비밀번호 변경</a:t>
            </a:r>
            <a:r>
              <a:rPr lang="en-US" altLang="ko-KR" sz="16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비밀번호는 화면에 출력되지 않음</a:t>
            </a:r>
            <a:r>
              <a:rPr lang="en-US" altLang="ko-KR" sz="1400" dirty="0" smtClean="0"/>
              <a:t>)</a:t>
            </a:r>
          </a:p>
          <a:p>
            <a:pPr marL="201168" lvl="1" indent="0">
              <a:buNone/>
            </a:pP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Ubuntu Linux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(5/5)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197" y="2816954"/>
            <a:ext cx="6029325" cy="2190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b="24598"/>
          <a:stretch/>
        </p:blipFill>
        <p:spPr>
          <a:xfrm>
            <a:off x="1483196" y="3095743"/>
            <a:ext cx="6029325" cy="19053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196" y="5483331"/>
            <a:ext cx="60293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9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vi </a:t>
            </a:r>
            <a:r>
              <a:rPr lang="ko-KR" altLang="en-US" sz="1800" dirty="0" smtClean="0"/>
              <a:t>편집기에서 파일 생성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자신의 학번 파일을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자신의 학번과 이름을 쓰고 저장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ls </a:t>
            </a:r>
            <a:r>
              <a:rPr lang="ko-KR" altLang="en-US" sz="1600" dirty="0" smtClean="0"/>
              <a:t>명령어로 파일 확인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 vi </a:t>
            </a:r>
            <a:r>
              <a:rPr lang="ko-KR" altLang="en-US" sz="1600" dirty="0" smtClean="0"/>
              <a:t>편집기 여는 명령어 </a:t>
            </a:r>
            <a:r>
              <a:rPr lang="en-US" altLang="ko-KR" sz="1600" dirty="0" smtClean="0"/>
              <a:t>: vi </a:t>
            </a:r>
            <a:r>
              <a:rPr lang="ko-KR" altLang="en-US" sz="1600" smtClean="0"/>
              <a:t>자신의 학번</a:t>
            </a: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 vi </a:t>
            </a:r>
            <a:r>
              <a:rPr lang="ko-KR" altLang="en-US" sz="1600" dirty="0" smtClean="0"/>
              <a:t>편집기에서 작성한 파일 저장 하는 방법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 </a:t>
            </a:r>
            <a:r>
              <a:rPr lang="ko-KR" altLang="en-US" sz="1600" dirty="0" smtClean="0"/>
              <a:t>마지막 행 모드로 전환</a:t>
            </a:r>
            <a:r>
              <a:rPr lang="en-US" altLang="ko-KR" sz="1600" dirty="0" smtClean="0"/>
              <a:t>(esc</a:t>
            </a:r>
            <a:r>
              <a:rPr lang="ko-KR" altLang="en-US" sz="1600" dirty="0" smtClean="0"/>
              <a:t>키 누름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:</a:t>
            </a:r>
            <a:r>
              <a:rPr lang="en-US" altLang="ko-KR" sz="1600" dirty="0" err="1" smtClean="0"/>
              <a:t>wq</a:t>
            </a:r>
            <a:r>
              <a:rPr lang="en-US" altLang="ko-KR" sz="1600" dirty="0" smtClean="0"/>
              <a:t>! </a:t>
            </a:r>
            <a:r>
              <a:rPr lang="ko-KR" altLang="en-US" sz="1600" dirty="0" smtClean="0"/>
              <a:t>입력</a:t>
            </a: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29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450" y="4768421"/>
            <a:ext cx="4891020" cy="80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47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5682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3763</TotalTime>
  <Words>400</Words>
  <Application>Microsoft Office PowerPoint</Application>
  <PresentationFormat>와이드스크린</PresentationFormat>
  <Paragraphs>137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Calibri</vt:lpstr>
      <vt:lpstr>Calibri Light</vt:lpstr>
      <vt:lpstr>추억</vt:lpstr>
      <vt:lpstr>우분투 리눅스 실습 1주차</vt:lpstr>
      <vt:lpstr>실습 조교</vt:lpstr>
      <vt:lpstr>실습</vt:lpstr>
      <vt:lpstr>Virtual Box 설치(1/6)</vt:lpstr>
      <vt:lpstr>Virtual Box 설치(2/6)</vt:lpstr>
      <vt:lpstr>Virtual Box 설치(3/6)</vt:lpstr>
      <vt:lpstr>Virtual Box 설치(4/6)</vt:lpstr>
      <vt:lpstr>Virtual Box 설치(5/6)</vt:lpstr>
      <vt:lpstr>Virtual Box 설치(6/6)</vt:lpstr>
      <vt:lpstr>Ubuntu Linux 설치(1/11)</vt:lpstr>
      <vt:lpstr>Ubuntu Linux 설치(2/11)</vt:lpstr>
      <vt:lpstr>Ubuntu Linux 설치(3/11)</vt:lpstr>
      <vt:lpstr>Ubuntu Linux 설치(4/11)</vt:lpstr>
      <vt:lpstr>Ubuntu Linux 설치(5/11)</vt:lpstr>
      <vt:lpstr>Ubuntu Linux 설치(6/11)</vt:lpstr>
      <vt:lpstr>Ubuntu Linux 설치(7/11)</vt:lpstr>
      <vt:lpstr>Ubuntu Linux 설치(8/11)</vt:lpstr>
      <vt:lpstr>Ubuntu Linux 설치(9/11)</vt:lpstr>
      <vt:lpstr>Ubuntu Linux 설치(10/11)</vt:lpstr>
      <vt:lpstr>Ubuntu Linux 설치(11/11)</vt:lpstr>
      <vt:lpstr>Ubuntu 해상도 설정(1/3)</vt:lpstr>
      <vt:lpstr>Ubuntu 해상도 설정(2/3)</vt:lpstr>
      <vt:lpstr>Ubuntu 해상도 설정(3/3)</vt:lpstr>
      <vt:lpstr>Ubuntu Linux 사용(1/5)</vt:lpstr>
      <vt:lpstr>Ubuntu Linux 사용(2/5)</vt:lpstr>
      <vt:lpstr>Ubuntu Linux 사용(3/5)</vt:lpstr>
      <vt:lpstr>Ubuntu Linux 사용(4/5)</vt:lpstr>
      <vt:lpstr>Ubuntu Linux 사용(5/5)</vt:lpstr>
      <vt:lpstr>실습 문제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104</cp:revision>
  <dcterms:created xsi:type="dcterms:W3CDTF">2016-08-12T07:51:28Z</dcterms:created>
  <dcterms:modified xsi:type="dcterms:W3CDTF">2016-09-06T03:42:48Z</dcterms:modified>
</cp:coreProperties>
</file>