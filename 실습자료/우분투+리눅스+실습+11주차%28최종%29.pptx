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88" r:id="rId4"/>
    <p:sldId id="284" r:id="rId5"/>
    <p:sldId id="289" r:id="rId6"/>
    <p:sldId id="301" r:id="rId7"/>
    <p:sldId id="310" r:id="rId8"/>
    <p:sldId id="302" r:id="rId9"/>
    <p:sldId id="303" r:id="rId10"/>
    <p:sldId id="304" r:id="rId11"/>
    <p:sldId id="307" r:id="rId12"/>
    <p:sldId id="309" r:id="rId13"/>
    <p:sldId id="312" r:id="rId14"/>
    <p:sldId id="313" r:id="rId15"/>
    <p:sldId id="314" r:id="rId16"/>
    <p:sldId id="315" r:id="rId17"/>
    <p:sldId id="316" r:id="rId18"/>
    <p:sldId id="319" r:id="rId19"/>
    <p:sldId id="317" r:id="rId20"/>
    <p:sldId id="318" r:id="rId21"/>
    <p:sldId id="320" r:id="rId22"/>
    <p:sldId id="311" r:id="rId23"/>
    <p:sldId id="300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3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F68BFE-6372-4246-8557-4AE99E899A5D}" type="datetimeFigureOut">
              <a:rPr lang="ko-KR" altLang="en-US" smtClean="0"/>
              <a:t>2016-11-22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A106A-7E63-4C25-A546-4E4846D83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779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85BE0-DBE1-4747-AA2B-6D979F779D6A}" type="datetime1">
              <a:rPr lang="en-US" altLang="ko-KR" smtClean="0"/>
              <a:t>11/22/2016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641FA-6C53-4018-B466-387AE8E67218}" type="datetime1">
              <a:rPr lang="en-US" altLang="ko-KR" smtClean="0"/>
              <a:t>11/22/2016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DC4F2-367A-4668-A80F-7AF4B6A37A30}" type="datetime1">
              <a:rPr lang="en-US" altLang="ko-KR" smtClean="0"/>
              <a:t>11/22/2016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418E-50CA-4773-AE9D-5CC39B40BCC4}" type="datetime1">
              <a:rPr lang="en-US" altLang="ko-KR" smtClean="0"/>
              <a:t>11/22/2016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0B7E9-191A-47BA-BEF8-F11D59209E86}" type="datetime1">
              <a:rPr lang="en-US" altLang="ko-KR" smtClean="0"/>
              <a:t>11/22/2016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E5BEA-82CF-4D1F-B369-76BC15248C40}" type="datetime1">
              <a:rPr lang="en-US" altLang="ko-KR" smtClean="0"/>
              <a:t>11/22/2016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9BCEA-3E86-431D-8DC5-B168B1591439}" type="datetime1">
              <a:rPr lang="en-US" altLang="ko-KR" smtClean="0"/>
              <a:t>11/22/2016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BB9B1B-D821-40F9-9813-A77F3B9872B4}" type="datetime1">
              <a:rPr lang="en-US" altLang="ko-KR" smtClean="0"/>
              <a:t>11/22/2016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C08A-0BF4-4871-9BBF-9F7F4158D3C1}" type="datetime1">
              <a:rPr lang="en-US" altLang="ko-KR" smtClean="0"/>
              <a:t>11/22/2016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0A1AB-2439-4B11-8FF3-947CDD6736AA}" type="datetime1">
              <a:rPr lang="en-US" altLang="ko-KR" smtClean="0"/>
              <a:t>11/22/2016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09BF6-086D-479F-B13D-437E714183DE}" type="datetime1">
              <a:rPr lang="en-US" altLang="ko-KR" smtClean="0"/>
              <a:t>11/22/2016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08EC602-AAD9-4F26-991F-942DB04F885E}" type="datetime1">
              <a:rPr lang="en-US" altLang="ko-KR" smtClean="0"/>
              <a:t>11/22/2016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sh931123@gmail.com" TargetMode="External"/><Relationship Id="rId2" Type="http://schemas.openxmlformats.org/officeDocument/2006/relationships/hyperlink" Target="mailto:lakeeye1220@gmail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downloads.mariadb.org/mariadb/repositorie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670" y="172994"/>
            <a:ext cx="3778953" cy="346813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 smtClean="0"/>
              <a:t>우분투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리눅스</a:t>
            </a:r>
            <a:r>
              <a:rPr lang="ko-KR" altLang="en-US" dirty="0" smtClean="0"/>
              <a:t> </a:t>
            </a:r>
            <a:r>
              <a:rPr lang="ko-KR" altLang="en-US" sz="2800" dirty="0" smtClean="0"/>
              <a:t>실습 </a:t>
            </a:r>
            <a:r>
              <a:rPr lang="en-US" altLang="ko-KR" sz="2800" dirty="0" smtClean="0"/>
              <a:t>11</a:t>
            </a:r>
            <a:r>
              <a:rPr lang="ko-KR" altLang="en-US" sz="2800" dirty="0" smtClean="0"/>
              <a:t>주차</a:t>
            </a:r>
            <a:endParaRPr lang="ko-KR" altLang="en-US" sz="28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13</a:t>
            </a:r>
            <a:r>
              <a:rPr lang="ko-KR" altLang="en-US" dirty="0" smtClean="0">
                <a:solidFill>
                  <a:schemeClr val="tx1"/>
                </a:solidFill>
              </a:rPr>
              <a:t>장 </a:t>
            </a:r>
            <a:r>
              <a:rPr lang="en-US" altLang="ko-KR" dirty="0" smtClean="0">
                <a:solidFill>
                  <a:schemeClr val="tx1"/>
                </a:solidFill>
              </a:rPr>
              <a:t>– DB</a:t>
            </a:r>
            <a:r>
              <a:rPr lang="ko-KR" altLang="en-US" dirty="0" smtClean="0">
                <a:solidFill>
                  <a:schemeClr val="tx1"/>
                </a:solidFill>
              </a:rPr>
              <a:t>서버와 웹 서버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979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조교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smtClean="0"/>
              <a:t>김유진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sz="1600" dirty="0" smtClean="0"/>
              <a:t>- 010 7550 0882</a:t>
            </a:r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en-US" altLang="ko-KR" sz="1600" dirty="0" smtClean="0">
                <a:hlinkClick r:id="rId2"/>
              </a:rPr>
              <a:t>lakeeye1220@gmail.com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err="1" smtClean="0"/>
              <a:t>허서훈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dirty="0" smtClean="0"/>
              <a:t>- </a:t>
            </a:r>
            <a:r>
              <a:rPr lang="en-US" altLang="ko-KR" sz="1600" dirty="0" smtClean="0"/>
              <a:t>010 2030 5889</a:t>
            </a:r>
          </a:p>
          <a:p>
            <a:pPr marL="0" indent="0">
              <a:buNone/>
            </a:pPr>
            <a:r>
              <a:rPr lang="en-US" altLang="ko-KR" sz="1600" dirty="0"/>
              <a:t>	- </a:t>
            </a:r>
            <a:r>
              <a:rPr lang="en-US" altLang="ko-KR" sz="1600" dirty="0" smtClean="0">
                <a:hlinkClick r:id="rId3"/>
              </a:rPr>
              <a:t>sh931123@gmail.com</a:t>
            </a:r>
            <a:endParaRPr lang="en-US" altLang="ko-KR" sz="1600" dirty="0" smtClean="0"/>
          </a:p>
          <a:p>
            <a:pPr marL="0" indent="0">
              <a:buNone/>
            </a:pPr>
            <a:endParaRPr lang="en-US" altLang="ko-KR" sz="16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600" dirty="0"/>
              <a:t> </a:t>
            </a:r>
            <a:r>
              <a:rPr lang="ko-KR" altLang="en-US" sz="1600" dirty="0" smtClean="0"/>
              <a:t>연구실 </a:t>
            </a:r>
            <a:r>
              <a:rPr lang="en-US" altLang="ko-KR" sz="1600" dirty="0" smtClean="0"/>
              <a:t>: 513</a:t>
            </a:r>
            <a:r>
              <a:rPr lang="ko-KR" altLang="en-US" sz="1600" dirty="0" smtClean="0"/>
              <a:t>호 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문의 사항은 문자 또는 </a:t>
            </a:r>
            <a:r>
              <a:rPr lang="en-US" altLang="ko-KR" sz="1600" dirty="0" smtClean="0"/>
              <a:t>email</a:t>
            </a: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084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유의 사항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sz="1800" dirty="0" smtClean="0"/>
              <a:t>이론 수업 후에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책에 있는 예제를 직접 따라 해보는 것이 좋습니다</a:t>
            </a:r>
            <a:r>
              <a:rPr lang="en-US" altLang="ko-KR" sz="1800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smtClean="0"/>
              <a:t>실습을 먼저 완료한 학생은 실습실을 나가거나</a:t>
            </a:r>
            <a:r>
              <a:rPr lang="en-US" altLang="ko-KR" sz="1800" dirty="0" smtClean="0"/>
              <a:t>,</a:t>
            </a:r>
            <a:r>
              <a:rPr lang="ko-KR" altLang="en-US" sz="1800" dirty="0" smtClean="0"/>
              <a:t> 자신의 자리에서 다른 공부를 하시길 바랍니다</a:t>
            </a:r>
            <a:r>
              <a:rPr lang="en-US" altLang="ko-KR" sz="1800" dirty="0" smtClean="0"/>
              <a:t>.</a:t>
            </a:r>
          </a:p>
          <a:p>
            <a:pPr marL="0" indent="0">
              <a:buNone/>
            </a:pP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/>
              <a:t> </a:t>
            </a:r>
            <a:r>
              <a:rPr lang="ko-KR" altLang="en-US" sz="1800" dirty="0" smtClean="0"/>
              <a:t>실습을 완료한 친구는 다른 친구들에게 논리적인 오류의 힌트를 주는 것은 괜찮지만 코드 대부분을 알려주는 경우에 두 사람 모두 감점조치를 취하겠습니다</a:t>
            </a:r>
            <a:r>
              <a:rPr lang="en-US" altLang="ko-KR" sz="1800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smtClean="0"/>
              <a:t>제출한 실습 파일의 코드가 다른 사람과 동일 할 시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감점 조치를 취하겠습니다</a:t>
            </a:r>
            <a:r>
              <a:rPr lang="en-US" altLang="ko-KR" sz="1800" dirty="0" smtClean="0"/>
              <a:t>.</a:t>
            </a:r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731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제출 방식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73834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dirty="0" smtClean="0"/>
              <a:t> </a:t>
            </a:r>
            <a:r>
              <a:rPr lang="ko-KR" altLang="en-US" sz="1800" dirty="0" smtClean="0"/>
              <a:t>실습 시간 내에 검사를 받지 못한 경우 </a:t>
            </a: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/>
              <a:t> </a:t>
            </a:r>
            <a:r>
              <a:rPr lang="ko-KR" altLang="en-US" sz="1800" dirty="0" smtClean="0"/>
              <a:t>제출 파일 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실습 코드 </a:t>
            </a:r>
            <a:r>
              <a:rPr lang="ko-KR" altLang="en-US" sz="1600" dirty="0" err="1" smtClean="0"/>
              <a:t>캡처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파일 저장 </a:t>
            </a:r>
            <a:r>
              <a:rPr lang="en-US" altLang="ko-KR" sz="1600" dirty="0" smtClean="0"/>
              <a:t>: n</a:t>
            </a:r>
            <a:r>
              <a:rPr lang="ko-KR" altLang="en-US" sz="1600" dirty="0" smtClean="0"/>
              <a:t>번 코드</a:t>
            </a:r>
            <a:r>
              <a:rPr lang="en-US" altLang="ko-KR" sz="1600" dirty="0" smtClean="0"/>
              <a:t>)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 smtClean="0"/>
              <a:t>	-</a:t>
            </a:r>
            <a:r>
              <a:rPr lang="ko-KR" altLang="en-US" sz="1600" dirty="0"/>
              <a:t> </a:t>
            </a:r>
            <a:r>
              <a:rPr lang="ko-KR" altLang="en-US" sz="1600" dirty="0" smtClean="0"/>
              <a:t>각 실습 문제에 대한 결과 </a:t>
            </a:r>
            <a:r>
              <a:rPr lang="ko-KR" altLang="en-US" sz="1600" dirty="0" err="1" smtClean="0"/>
              <a:t>캡처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캡처</a:t>
            </a:r>
            <a:r>
              <a:rPr lang="ko-KR" altLang="en-US" sz="1600" dirty="0" smtClean="0"/>
              <a:t> 파일 저장 </a:t>
            </a:r>
            <a:r>
              <a:rPr lang="en-US" altLang="ko-KR" sz="1600" dirty="0" smtClean="0"/>
              <a:t>: n</a:t>
            </a:r>
            <a:r>
              <a:rPr lang="ko-KR" altLang="en-US" sz="1600" dirty="0" smtClean="0"/>
              <a:t>번 결과</a:t>
            </a:r>
            <a:r>
              <a:rPr lang="en-US" altLang="ko-KR" sz="1600" dirty="0" smtClean="0"/>
              <a:t>)</a:t>
            </a:r>
          </a:p>
          <a:p>
            <a:pPr marL="0" indent="0">
              <a:buNone/>
            </a:pPr>
            <a:endParaRPr lang="en-US" altLang="ko-KR" sz="16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/>
              <a:t> </a:t>
            </a:r>
            <a:r>
              <a:rPr lang="ko-KR" altLang="en-US" sz="1800" dirty="0" smtClean="0"/>
              <a:t>메일 제목 </a:t>
            </a:r>
            <a:r>
              <a:rPr lang="en-US" altLang="ko-KR" sz="1800" dirty="0" smtClean="0"/>
              <a:t>&amp; </a:t>
            </a:r>
            <a:r>
              <a:rPr lang="ko-KR" altLang="en-US" sz="1800" dirty="0" smtClean="0"/>
              <a:t>파일 제목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sz="1600" dirty="0" smtClean="0"/>
              <a:t>- [</a:t>
            </a:r>
            <a:r>
              <a:rPr lang="ko-KR" altLang="en-US" sz="1600" dirty="0" err="1" smtClean="0"/>
              <a:t>리눅스</a:t>
            </a:r>
            <a:r>
              <a:rPr lang="en-US" altLang="ko-KR" sz="1600" dirty="0" smtClean="0"/>
              <a:t>]n</a:t>
            </a:r>
            <a:r>
              <a:rPr lang="ko-KR" altLang="en-US" sz="1600" dirty="0" smtClean="0"/>
              <a:t>주차</a:t>
            </a:r>
            <a:r>
              <a:rPr lang="en-US" altLang="ko-KR" sz="1600" dirty="0" smtClean="0"/>
              <a:t>_</a:t>
            </a:r>
            <a:r>
              <a:rPr lang="ko-KR" altLang="en-US" sz="1600" dirty="0" smtClean="0"/>
              <a:t>학번</a:t>
            </a:r>
            <a:r>
              <a:rPr lang="en-US" altLang="ko-KR" sz="1600" dirty="0" smtClean="0"/>
              <a:t>_</a:t>
            </a:r>
            <a:r>
              <a:rPr lang="ko-KR" altLang="en-US" sz="1600" dirty="0" smtClean="0"/>
              <a:t>이름</a:t>
            </a:r>
            <a:endParaRPr lang="en-US" altLang="ko-KR" sz="1600" dirty="0" smtClean="0"/>
          </a:p>
          <a:p>
            <a:pPr marL="0" indent="0">
              <a:buNone/>
            </a:pP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800" dirty="0" smtClean="0"/>
              <a:t>제출 기한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sz="18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실습이 이루어진 주의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토요일</a:t>
            </a:r>
            <a:r>
              <a:rPr lang="ko-KR" altLang="en-US" sz="1600" dirty="0" smtClean="0"/>
              <a:t> 자정</a:t>
            </a:r>
            <a:r>
              <a:rPr lang="en-US" altLang="ko-KR" sz="1600" dirty="0"/>
              <a:t> </a:t>
            </a:r>
            <a:r>
              <a:rPr lang="ko-KR" altLang="en-US" sz="1600" dirty="0" smtClean="0"/>
              <a:t>까지 </a:t>
            </a:r>
            <a:r>
              <a:rPr lang="en-US" altLang="ko-KR" sz="1600" dirty="0" smtClean="0"/>
              <a:t>(AM 12:00)  </a:t>
            </a:r>
          </a:p>
          <a:p>
            <a:pPr marL="0" indent="0">
              <a:buNone/>
            </a:pP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439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준비 사항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dirty="0" smtClean="0"/>
              <a:t> </a:t>
            </a:r>
            <a:r>
              <a:rPr lang="ko-KR" altLang="en-US" sz="1800" dirty="0" err="1" smtClean="0"/>
              <a:t>리눅스</a:t>
            </a:r>
            <a:r>
              <a:rPr lang="ko-KR" altLang="en-US" sz="1800" dirty="0" smtClean="0"/>
              <a:t> 사용자 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sz="1800" dirty="0"/>
              <a:t>	</a:t>
            </a:r>
            <a:r>
              <a:rPr lang="en-US" altLang="ko-KR" sz="1600" dirty="0" smtClean="0"/>
              <a:t> - </a:t>
            </a:r>
            <a:r>
              <a:rPr lang="ko-KR" altLang="en-US" sz="1600" dirty="0" smtClean="0"/>
              <a:t>사용자 계정 </a:t>
            </a:r>
            <a:r>
              <a:rPr lang="en-US" altLang="ko-KR" sz="1600" dirty="0" smtClean="0"/>
              <a:t>: user1</a:t>
            </a:r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 - </a:t>
            </a:r>
            <a:r>
              <a:rPr lang="ko-KR" altLang="en-US" sz="1600" dirty="0" smtClean="0"/>
              <a:t>사용자 비밀번호 </a:t>
            </a:r>
            <a:r>
              <a:rPr lang="en-US" altLang="ko-KR" sz="1600" dirty="0" smtClean="0"/>
              <a:t>: ubuntu1</a:t>
            </a:r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endParaRPr lang="en-US" altLang="ko-KR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311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Maria DB </a:t>
            </a:r>
            <a:r>
              <a:rPr lang="ko-KR" altLang="en-US" dirty="0" smtClean="0"/>
              <a:t>설치</a:t>
            </a:r>
            <a:r>
              <a:rPr lang="en-US" altLang="ko-KR" dirty="0" smtClean="0"/>
              <a:t>(1/3)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smtClean="0"/>
              <a:t>마리아 </a:t>
            </a:r>
            <a:r>
              <a:rPr lang="en-US" altLang="ko-KR" sz="1800" dirty="0" smtClean="0"/>
              <a:t>DB </a:t>
            </a:r>
            <a:r>
              <a:rPr lang="ko-KR" altLang="en-US" sz="1800" dirty="0" smtClean="0"/>
              <a:t>다운로드 사이트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sz="1600" dirty="0" smtClean="0"/>
              <a:t>- </a:t>
            </a:r>
            <a:r>
              <a:rPr lang="en-US" altLang="ko-KR" sz="1600" dirty="0" smtClean="0">
                <a:hlinkClick r:id="rId2"/>
              </a:rPr>
              <a:t>http://downloads.mariadb.org/mariadb/repositories/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위의 사이트에 들어가서 아래와 같이 클릭하고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터미널에 아래를 그대로 쓰시오</a:t>
            </a:r>
            <a:r>
              <a:rPr lang="en-US" altLang="ko-KR" sz="1600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dirty="0" smtClean="0"/>
          </a:p>
          <a:p>
            <a:pPr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  <p:grpSp>
        <p:nvGrpSpPr>
          <p:cNvPr id="18" name="그룹 17"/>
          <p:cNvGrpSpPr/>
          <p:nvPr/>
        </p:nvGrpSpPr>
        <p:grpSpPr>
          <a:xfrm>
            <a:off x="643005" y="3206931"/>
            <a:ext cx="4987085" cy="2867297"/>
            <a:chOff x="643006" y="3206931"/>
            <a:chExt cx="5668108" cy="2867298"/>
          </a:xfrm>
        </p:grpSpPr>
        <p:pic>
          <p:nvPicPr>
            <p:cNvPr id="8194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3006" y="3206931"/>
              <a:ext cx="5668108" cy="2867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3" name="직사각형 12"/>
            <p:cNvSpPr/>
            <p:nvPr/>
          </p:nvSpPr>
          <p:spPr>
            <a:xfrm>
              <a:off x="2429170" y="5150294"/>
              <a:ext cx="614476" cy="12356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3378404" y="4653643"/>
              <a:ext cx="614476" cy="12356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4301513" y="4570647"/>
              <a:ext cx="614476" cy="12356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" name="직선 화살표 연결선 4"/>
            <p:cNvCxnSpPr/>
            <p:nvPr/>
          </p:nvCxnSpPr>
          <p:spPr>
            <a:xfrm>
              <a:off x="3685642" y="4777211"/>
              <a:ext cx="0" cy="373083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3265714" y="5150294"/>
              <a:ext cx="1828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 smtClean="0"/>
                <a:t>자신의 </a:t>
              </a:r>
              <a:r>
                <a:rPr lang="ko-KR" altLang="en-US" dirty="0" err="1" smtClean="0"/>
                <a:t>우분투</a:t>
              </a:r>
              <a:r>
                <a:rPr lang="ko-KR" altLang="en-US" dirty="0" smtClean="0"/>
                <a:t> 버전</a:t>
              </a:r>
              <a:endParaRPr lang="ko-KR" altLang="en-US" dirty="0"/>
            </a:p>
          </p:txBody>
        </p:sp>
      </p:grp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4316" y="3105835"/>
            <a:ext cx="6385560" cy="2044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직사각형 21"/>
          <p:cNvSpPr/>
          <p:nvPr/>
        </p:nvSpPr>
        <p:spPr>
          <a:xfrm>
            <a:off x="577350" y="3774339"/>
            <a:ext cx="376239" cy="2620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91349" y="5381897"/>
            <a:ext cx="5878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다음 </a:t>
            </a:r>
            <a:r>
              <a:rPr lang="en-US" altLang="ko-KR" dirty="0" err="1" smtClean="0"/>
              <a:t>ppt</a:t>
            </a:r>
            <a:r>
              <a:rPr lang="ko-KR" altLang="en-US" dirty="0" smtClean="0"/>
              <a:t>에 크게 </a:t>
            </a:r>
            <a:r>
              <a:rPr lang="ko-KR" altLang="en-US" dirty="0" err="1" smtClean="0"/>
              <a:t>캡쳐</a:t>
            </a:r>
            <a:r>
              <a:rPr lang="ko-KR" altLang="en-US" dirty="0" smtClean="0"/>
              <a:t> 해놓았음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9935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7</a:t>
            </a:fld>
            <a:endParaRPr lang="en-US" dirty="0"/>
          </a:p>
        </p:txBody>
      </p:sp>
      <p:grpSp>
        <p:nvGrpSpPr>
          <p:cNvPr id="5" name="그룹 4"/>
          <p:cNvGrpSpPr/>
          <p:nvPr/>
        </p:nvGrpSpPr>
        <p:grpSpPr>
          <a:xfrm>
            <a:off x="1087508" y="2298090"/>
            <a:ext cx="10016984" cy="3098543"/>
            <a:chOff x="1097280" y="2406098"/>
            <a:chExt cx="7038975" cy="1512108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2406098"/>
              <a:ext cx="7019925" cy="238125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7280" y="2673699"/>
              <a:ext cx="7038975" cy="371475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7280" y="3083320"/>
              <a:ext cx="7019925" cy="352425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97280" y="3472188"/>
              <a:ext cx="5143500" cy="200025"/>
            </a:xfrm>
            <a:prstGeom prst="rect">
              <a:avLst/>
            </a:prstGeom>
          </p:spPr>
        </p:pic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97280" y="3708656"/>
              <a:ext cx="6715125" cy="209550"/>
            </a:xfrm>
            <a:prstGeom prst="rect">
              <a:avLst/>
            </a:prstGeom>
          </p:spPr>
        </p:pic>
      </p:grpSp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ko-KR" dirty="0" smtClean="0"/>
              <a:t>Maria DB </a:t>
            </a:r>
            <a:r>
              <a:rPr lang="ko-KR" altLang="en-US" dirty="0" smtClean="0"/>
              <a:t>설치</a:t>
            </a:r>
            <a:r>
              <a:rPr lang="en-US" altLang="ko-KR" dirty="0" smtClean="0"/>
              <a:t>(2/3)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199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Maria DB </a:t>
            </a:r>
            <a:r>
              <a:rPr lang="ko-KR" altLang="en-US" dirty="0" smtClean="0"/>
              <a:t>설치</a:t>
            </a:r>
            <a:r>
              <a:rPr lang="en-US" altLang="ko-KR" dirty="0" smtClean="0"/>
              <a:t>(3/3)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내용 개체 틀 5"/>
          <p:cNvSpPr txBox="1">
            <a:spLocks/>
          </p:cNvSpPr>
          <p:nvPr/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1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ko-KR" dirty="0" smtClean="0"/>
              <a:t> </a:t>
            </a:r>
            <a:r>
              <a:rPr lang="ko-KR" altLang="en-US" dirty="0" smtClean="0"/>
              <a:t>비밀번호 </a:t>
            </a:r>
            <a:r>
              <a:rPr lang="en-US" altLang="ko-KR" dirty="0" smtClean="0"/>
              <a:t>: </a:t>
            </a:r>
            <a:r>
              <a:rPr lang="en-US" altLang="ko-KR" dirty="0" err="1" smtClean="0">
                <a:solidFill>
                  <a:schemeClr val="tx1"/>
                </a:solidFill>
              </a:rPr>
              <a:t>maria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75" y="2449694"/>
            <a:ext cx="5312742" cy="2951928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733168" y="4052544"/>
            <a:ext cx="518983" cy="2471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2923342" y="4311213"/>
            <a:ext cx="518983" cy="2471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5076" y="2449693"/>
            <a:ext cx="5676628" cy="2951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9058531" y="2449694"/>
            <a:ext cx="1574635" cy="3588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6269650" y="2684946"/>
            <a:ext cx="1620316" cy="2471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1650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문</a:t>
            </a:r>
            <a:r>
              <a:rPr lang="ko-KR" altLang="en-US" dirty="0"/>
              <a:t>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altLang="ko-KR" sz="1800" dirty="0" smtClean="0"/>
              <a:t> 1</a:t>
            </a:r>
            <a:r>
              <a:rPr lang="ko-KR" altLang="en-US" sz="1800" dirty="0" smtClean="0"/>
              <a:t>번 문제 </a:t>
            </a:r>
            <a:r>
              <a:rPr lang="en-US" altLang="ko-KR" sz="1800" dirty="0" smtClean="0"/>
              <a:t>(1/2)</a:t>
            </a:r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sz="1600" dirty="0" smtClean="0"/>
              <a:t>- </a:t>
            </a:r>
            <a:r>
              <a:rPr lang="en-US" altLang="ko-KR" sz="1600" dirty="0" err="1" smtClean="0"/>
              <a:t>maria</a:t>
            </a:r>
            <a:r>
              <a:rPr lang="en-US" altLang="ko-KR" sz="1600" dirty="0" smtClean="0"/>
              <a:t> DB </a:t>
            </a:r>
            <a:r>
              <a:rPr lang="ko-KR" altLang="en-US" sz="1600" dirty="0" smtClean="0"/>
              <a:t>설치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en-US" altLang="ko-KR" sz="1600" dirty="0" err="1" smtClean="0"/>
              <a:t>order_db</a:t>
            </a:r>
            <a:r>
              <a:rPr lang="ko-KR" altLang="en-US" sz="1600" dirty="0" smtClean="0"/>
              <a:t> 데이터 베이스를 생성하시오</a:t>
            </a:r>
            <a:r>
              <a:rPr lang="en-US" altLang="ko-KR" sz="1600" dirty="0" smtClean="0"/>
              <a:t>.</a:t>
            </a:r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다음과 같은 </a:t>
            </a:r>
            <a:r>
              <a:rPr lang="en-US" altLang="ko-KR" sz="1600" dirty="0" smtClean="0"/>
              <a:t>student , book </a:t>
            </a:r>
            <a:r>
              <a:rPr lang="ko-KR" altLang="en-US" sz="1600" dirty="0" smtClean="0"/>
              <a:t>테이블</a:t>
            </a:r>
            <a:r>
              <a:rPr lang="ko-KR" altLang="en-US" sz="1600" dirty="0"/>
              <a:t>을</a:t>
            </a:r>
            <a:r>
              <a:rPr lang="ko-KR" altLang="en-US" sz="1600" dirty="0" smtClean="0"/>
              <a:t> 생성하시오</a:t>
            </a:r>
            <a:r>
              <a:rPr lang="en-US" altLang="ko-KR" sz="1600" dirty="0" smtClean="0"/>
              <a:t>. (</a:t>
            </a:r>
            <a:r>
              <a:rPr lang="ko-KR" altLang="en-US" sz="1600" dirty="0" smtClean="0"/>
              <a:t>표의 검정색 글씨 </a:t>
            </a:r>
            <a:r>
              <a:rPr lang="en-US" altLang="ko-KR" sz="1600" dirty="0" smtClean="0"/>
              <a:t>: </a:t>
            </a:r>
            <a:r>
              <a:rPr lang="ko-KR" altLang="en-US" sz="1600" dirty="0" smtClean="0"/>
              <a:t>기본 키</a:t>
            </a:r>
            <a:r>
              <a:rPr lang="en-US" altLang="ko-KR" sz="1600" dirty="0" smtClean="0"/>
              <a:t>)</a:t>
            </a:r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짝수 학번 </a:t>
            </a:r>
            <a:r>
              <a:rPr lang="en-US" altLang="ko-KR" sz="1600" dirty="0" smtClean="0"/>
              <a:t>: </a:t>
            </a:r>
            <a:r>
              <a:rPr lang="ko-KR" altLang="en-US" sz="1600" dirty="0" smtClean="0"/>
              <a:t>자신의 이름과 자신이 구매한 책의 이름을 출력하시오</a:t>
            </a:r>
            <a:r>
              <a:rPr lang="en-US" altLang="ko-KR" sz="1600" dirty="0" smtClean="0"/>
              <a:t>.</a:t>
            </a:r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홀수 학번 </a:t>
            </a:r>
            <a:r>
              <a:rPr lang="en-US" altLang="ko-KR" sz="1600" dirty="0" smtClean="0"/>
              <a:t>: </a:t>
            </a:r>
            <a:r>
              <a:rPr lang="ko-KR" altLang="en-US" sz="1600" dirty="0" smtClean="0"/>
              <a:t>가격이 </a:t>
            </a:r>
            <a:r>
              <a:rPr lang="en-US" altLang="ko-KR" sz="1600" dirty="0" smtClean="0"/>
              <a:t>10000</a:t>
            </a:r>
            <a:r>
              <a:rPr lang="ko-KR" altLang="en-US" sz="1600" dirty="0" smtClean="0"/>
              <a:t>원인 책을 구매한 사람의 이름과 </a:t>
            </a:r>
            <a:r>
              <a:rPr lang="en-US" altLang="ko-KR" sz="1600" dirty="0" smtClean="0"/>
              <a:t>BOOK_ID</a:t>
            </a:r>
            <a:r>
              <a:rPr lang="ko-KR" altLang="en-US" sz="1600" dirty="0" smtClean="0"/>
              <a:t>를 출력하시오</a:t>
            </a:r>
            <a:r>
              <a:rPr lang="en-US" altLang="ko-KR" sz="1600" dirty="0" smtClean="0"/>
              <a:t>.</a:t>
            </a:r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endParaRPr lang="en-US" altLang="ko-KR" sz="1600" dirty="0" smtClean="0"/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endParaRPr lang="en-US" altLang="ko-KR" sz="1600" dirty="0" smtClean="0"/>
          </a:p>
          <a:p>
            <a:pPr marL="0" indent="0">
              <a:buNone/>
            </a:pPr>
            <a:endParaRPr lang="en-US" altLang="ko-KR" sz="1600" dirty="0" smtClean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9</a:t>
            </a:fld>
            <a:endParaRPr 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631352"/>
              </p:ext>
            </p:extLst>
          </p:nvPr>
        </p:nvGraphicFramePr>
        <p:xfrm>
          <a:off x="1822996" y="4445185"/>
          <a:ext cx="4024809" cy="1372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603"/>
                <a:gridCol w="1341603"/>
                <a:gridCol w="1341603"/>
              </a:tblGrid>
              <a:tr h="3578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ST_ID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ST_NAME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BOOK_ID</a:t>
                      </a:r>
                      <a:endParaRPr lang="ko-KR" altLang="en-US" dirty="0"/>
                    </a:p>
                  </a:txBody>
                  <a:tcPr/>
                </a:tc>
              </a:tr>
              <a:tr h="3361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자신의</a:t>
                      </a:r>
                      <a:r>
                        <a:rPr lang="ko-KR" altLang="en-US" sz="1600" baseline="0" dirty="0" smtClean="0"/>
                        <a:t> 학번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자신의 이름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3</a:t>
                      </a:r>
                      <a:endParaRPr lang="ko-KR" altLang="en-US" sz="1600" dirty="0"/>
                    </a:p>
                  </a:txBody>
                  <a:tcPr/>
                </a:tc>
              </a:tr>
              <a:tr h="3280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201411111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김유진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</a:tr>
              <a:tr h="3280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201622222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 smtClean="0"/>
                        <a:t>허서훈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2</a:t>
                      </a:r>
                      <a:endParaRPr lang="ko-KR" altLang="en-US" sz="16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145759"/>
              </p:ext>
            </p:extLst>
          </p:nvPr>
        </p:nvGraphicFramePr>
        <p:xfrm>
          <a:off x="6273077" y="4441716"/>
          <a:ext cx="493485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684"/>
                <a:gridCol w="2191783"/>
                <a:gridCol w="1517388"/>
              </a:tblGrid>
              <a:tr h="3342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BOOK_ID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BOOK_NAME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BOOK_PRICE</a:t>
                      </a:r>
                      <a:endParaRPr lang="ko-KR" altLang="en-US" dirty="0"/>
                    </a:p>
                  </a:txBody>
                  <a:tcPr/>
                </a:tc>
              </a:tr>
              <a:tr h="3072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자바 프로그래밍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10000</a:t>
                      </a:r>
                      <a:endParaRPr lang="ko-KR" altLang="en-US" sz="1600" dirty="0"/>
                    </a:p>
                  </a:txBody>
                  <a:tcPr/>
                </a:tc>
              </a:tr>
              <a:tr h="3064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2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 smtClean="0"/>
                        <a:t>우분투</a:t>
                      </a:r>
                      <a:r>
                        <a:rPr lang="ko-KR" altLang="en-US" sz="1600" dirty="0" smtClean="0"/>
                        <a:t> </a:t>
                      </a:r>
                      <a:r>
                        <a:rPr lang="ko-KR" altLang="en-US" sz="1600" dirty="0" err="1" smtClean="0"/>
                        <a:t>리눅스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7000</a:t>
                      </a:r>
                      <a:endParaRPr lang="ko-KR" altLang="en-US" sz="1600" dirty="0"/>
                    </a:p>
                  </a:txBody>
                  <a:tcPr/>
                </a:tc>
              </a:tr>
              <a:tr h="3064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3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논리 회로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13000</a:t>
                      </a:r>
                      <a:endParaRPr lang="ko-KR" altLang="en-US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926080" y="5852160"/>
            <a:ext cx="1789611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&lt;student&gt;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846423" y="5852160"/>
            <a:ext cx="1789611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&lt;book&gt;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8734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문제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sz="1800" dirty="0" smtClean="0"/>
              <a:t> 1</a:t>
            </a:r>
            <a:r>
              <a:rPr lang="ko-KR" altLang="en-US" sz="1800" dirty="0" smtClean="0"/>
              <a:t>번 문제 </a:t>
            </a:r>
            <a:r>
              <a:rPr lang="en-US" altLang="ko-KR" sz="1800" dirty="0" smtClean="0"/>
              <a:t>table (2/2) </a:t>
            </a:r>
          </a:p>
          <a:p>
            <a:pPr>
              <a:buFont typeface="Arial" pitchFamily="34" charset="0"/>
              <a:buChar char="•"/>
            </a:pPr>
            <a:endParaRPr lang="en-US" altLang="ko-KR" sz="1800" dirty="0"/>
          </a:p>
          <a:p>
            <a:pPr>
              <a:buFont typeface="Arial" pitchFamily="34" charset="0"/>
              <a:buChar char="•"/>
            </a:pPr>
            <a:endParaRPr lang="en-US" altLang="ko-KR" sz="1800" dirty="0" smtClean="0"/>
          </a:p>
          <a:p>
            <a:pPr>
              <a:buFont typeface="Arial" pitchFamily="34" charset="0"/>
              <a:buChar char="•"/>
            </a:pPr>
            <a:endParaRPr lang="en-US" altLang="ko-KR" sz="1800" dirty="0"/>
          </a:p>
          <a:p>
            <a:pPr>
              <a:buFont typeface="Arial" pitchFamily="34" charset="0"/>
              <a:buChar char="•"/>
            </a:pPr>
            <a:endParaRPr lang="en-US" altLang="ko-KR" sz="1800" dirty="0" smtClean="0"/>
          </a:p>
          <a:p>
            <a:pPr>
              <a:buFont typeface="Arial" pitchFamily="34" charset="0"/>
              <a:buChar char="•"/>
            </a:pPr>
            <a:r>
              <a:rPr lang="en-US" altLang="ko-KR" sz="1800" dirty="0"/>
              <a:t> </a:t>
            </a:r>
            <a:r>
              <a:rPr lang="en-US" altLang="ko-KR" sz="1800" dirty="0" smtClean="0"/>
              <a:t>1</a:t>
            </a:r>
            <a:r>
              <a:rPr lang="ko-KR" altLang="en-US" sz="1800" dirty="0" err="1" smtClean="0"/>
              <a:t>번문제</a:t>
            </a:r>
            <a:r>
              <a:rPr lang="ko-KR" altLang="en-US" sz="1800" dirty="0" smtClean="0"/>
              <a:t> 결과</a:t>
            </a:r>
            <a:endParaRPr lang="en-US" altLang="ko-KR" sz="1800" dirty="0" smtClean="0"/>
          </a:p>
          <a:p>
            <a:pPr marL="201168" lvl="1" indent="0">
              <a:buNone/>
            </a:pPr>
            <a:endParaRPr lang="en-US" altLang="ko-KR" sz="1600" dirty="0" smtClean="0"/>
          </a:p>
          <a:p>
            <a:pPr>
              <a:buFont typeface="Arial" pitchFamily="34" charset="0"/>
              <a:buChar char="•"/>
            </a:pPr>
            <a:endParaRPr lang="en-US" altLang="ko-KR" sz="1800" dirty="0" smtClean="0"/>
          </a:p>
          <a:p>
            <a:pPr>
              <a:buFont typeface="Arial" pitchFamily="34" charset="0"/>
              <a:buChar char="•"/>
            </a:pPr>
            <a:endParaRPr lang="en-US" altLang="ko-KR" sz="1800" dirty="0" smtClean="0"/>
          </a:p>
          <a:p>
            <a:pPr marL="0" indent="0">
              <a:buNone/>
            </a:pPr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10</a:t>
            </a:fld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688" y="2271346"/>
            <a:ext cx="3190875" cy="132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484" y="2271346"/>
            <a:ext cx="4343400" cy="132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688" y="4335585"/>
            <a:ext cx="3433763" cy="124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8683" y="4335585"/>
            <a:ext cx="2786820" cy="124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2131763" y="5652867"/>
            <a:ext cx="1789611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&lt;</a:t>
            </a:r>
            <a:r>
              <a:rPr lang="ko-KR" altLang="en-US" dirty="0" smtClean="0"/>
              <a:t>짝수 학번</a:t>
            </a:r>
            <a:r>
              <a:rPr lang="en-US" altLang="ko-KR" dirty="0" smtClean="0"/>
              <a:t>&gt;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507287" y="5652867"/>
            <a:ext cx="1789611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&lt;</a:t>
            </a:r>
            <a:r>
              <a:rPr lang="ko-KR" altLang="en-US" dirty="0" smtClean="0"/>
              <a:t>홀수 학번</a:t>
            </a:r>
            <a:r>
              <a:rPr lang="en-US" altLang="ko-KR" dirty="0" smtClean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0681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아파치 설치하기 </a:t>
            </a:r>
            <a:r>
              <a:rPr lang="en-US" altLang="ko-KR" dirty="0" smtClean="0"/>
              <a:t>(1/2)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smtClean="0"/>
              <a:t>실습진행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아파치 설치 하기</a:t>
            </a:r>
            <a:r>
              <a:rPr lang="en-US" altLang="ko-KR" sz="1600" dirty="0"/>
              <a:t> </a:t>
            </a:r>
            <a:r>
              <a:rPr lang="en-US" altLang="ko-KR" sz="1600" dirty="0" smtClean="0"/>
              <a:t>: </a:t>
            </a:r>
            <a:r>
              <a:rPr lang="en-US" altLang="ko-KR" sz="1600" dirty="0" err="1" smtClean="0"/>
              <a:t>sudo</a:t>
            </a:r>
            <a:r>
              <a:rPr lang="en-US" altLang="ko-KR" sz="1600" dirty="0" smtClean="0"/>
              <a:t> apt-get install apache2</a:t>
            </a:r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웹에서 </a:t>
            </a:r>
            <a:r>
              <a:rPr lang="ko-KR" altLang="en-US" sz="1600" dirty="0" err="1"/>
              <a:t>리눅스의</a:t>
            </a:r>
            <a:r>
              <a:rPr lang="ko-KR" altLang="en-US" sz="1600" dirty="0"/>
              <a:t> 웹 서버에 접속 하기 위해선 </a:t>
            </a:r>
            <a:r>
              <a:rPr lang="en-US" altLang="ko-KR" sz="1600" dirty="0"/>
              <a:t>“</a:t>
            </a:r>
            <a:r>
              <a:rPr lang="ko-KR" altLang="en-US" sz="1600" dirty="0"/>
              <a:t>포트 </a:t>
            </a:r>
            <a:r>
              <a:rPr lang="ko-KR" altLang="en-US" sz="1600" dirty="0" err="1"/>
              <a:t>포워딩</a:t>
            </a:r>
            <a:r>
              <a:rPr lang="en-US" altLang="ko-KR" sz="1600" dirty="0"/>
              <a:t>”</a:t>
            </a:r>
            <a:r>
              <a:rPr lang="ko-KR" altLang="en-US" sz="1600" dirty="0"/>
              <a:t>이 필요함</a:t>
            </a:r>
            <a:r>
              <a:rPr lang="en-US" altLang="ko-KR" sz="1600" dirty="0"/>
              <a:t>.</a:t>
            </a:r>
          </a:p>
          <a:p>
            <a:pPr marL="0" indent="0">
              <a:buNone/>
            </a:pPr>
            <a:r>
              <a:rPr lang="en-US" altLang="ko-KR" sz="1600" dirty="0"/>
              <a:t>	- </a:t>
            </a:r>
            <a:r>
              <a:rPr lang="ko-KR" altLang="en-US" sz="1600" dirty="0"/>
              <a:t>포트 </a:t>
            </a:r>
            <a:r>
              <a:rPr lang="ko-KR" altLang="en-US" sz="1600" dirty="0" err="1"/>
              <a:t>포워딩</a:t>
            </a:r>
            <a:r>
              <a:rPr lang="ko-KR" altLang="en-US" sz="1600" dirty="0"/>
              <a:t> 설정</a:t>
            </a:r>
            <a:endParaRPr lang="en-US" altLang="ko-KR" sz="1600" dirty="0"/>
          </a:p>
          <a:p>
            <a:pPr marL="0" indent="0">
              <a:buNone/>
            </a:pPr>
            <a:endParaRPr lang="en-US" altLang="ko-KR" sz="1600" dirty="0" smtClean="0"/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endParaRPr lang="en-US" altLang="ko-KR" sz="1600" dirty="0" smtClean="0"/>
          </a:p>
          <a:p>
            <a:pPr marL="0" indent="0">
              <a:buNone/>
            </a:pPr>
            <a:endParaRPr lang="en-US" altLang="ko-KR" sz="1600" dirty="0" smtClean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603" y="2667544"/>
            <a:ext cx="8312130" cy="28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4" name="그룹 13"/>
          <p:cNvGrpSpPr/>
          <p:nvPr/>
        </p:nvGrpSpPr>
        <p:grpSpPr>
          <a:xfrm>
            <a:off x="2047603" y="3931363"/>
            <a:ext cx="2926079" cy="2163988"/>
            <a:chOff x="2101624" y="3104470"/>
            <a:chExt cx="4200525" cy="3000375"/>
          </a:xfrm>
        </p:grpSpPr>
        <p:pic>
          <p:nvPicPr>
            <p:cNvPr id="15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01624" y="3104470"/>
              <a:ext cx="4200525" cy="3000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" name="직사각형 15"/>
            <p:cNvSpPr/>
            <p:nvPr/>
          </p:nvSpPr>
          <p:spPr>
            <a:xfrm>
              <a:off x="2936607" y="3429000"/>
              <a:ext cx="707930" cy="70317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5387447" y="3639612"/>
            <a:ext cx="5232655" cy="2643621"/>
            <a:chOff x="5607413" y="2928320"/>
            <a:chExt cx="5469890" cy="3096440"/>
          </a:xfrm>
        </p:grpSpPr>
        <p:pic>
          <p:nvPicPr>
            <p:cNvPr id="17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07413" y="2928320"/>
              <a:ext cx="5469890" cy="3096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8" name="직사각형 17"/>
            <p:cNvSpPr/>
            <p:nvPr/>
          </p:nvSpPr>
          <p:spPr>
            <a:xfrm>
              <a:off x="5646283" y="4370186"/>
              <a:ext cx="899433" cy="21270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7222535" y="4240302"/>
              <a:ext cx="899433" cy="21270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7879578" y="5158350"/>
              <a:ext cx="899433" cy="21270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28615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아파치 설치하기 </a:t>
            </a:r>
            <a:r>
              <a:rPr lang="en-US" altLang="ko-KR" dirty="0" smtClean="0"/>
              <a:t>(2/2)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smtClean="0"/>
              <a:t>실습진행 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endParaRPr lang="en-US" altLang="ko-KR" sz="1600" dirty="0"/>
          </a:p>
          <a:p>
            <a:pPr marL="0" indent="0">
              <a:buNone/>
            </a:pPr>
            <a:endParaRPr lang="en-US" altLang="ko-KR" sz="1600" dirty="0" smtClean="0"/>
          </a:p>
          <a:p>
            <a:pPr marL="0" indent="0">
              <a:buNone/>
            </a:pPr>
            <a:endParaRPr lang="en-US" altLang="ko-KR" sz="1600" dirty="0" smtClean="0"/>
          </a:p>
          <a:p>
            <a:pPr marL="0" indent="0">
              <a:buNone/>
            </a:pPr>
            <a:endParaRPr lang="ko-KR" altLang="en-US" dirty="0"/>
          </a:p>
        </p:txBody>
      </p:sp>
      <p:grpSp>
        <p:nvGrpSpPr>
          <p:cNvPr id="30" name="그룹 29"/>
          <p:cNvGrpSpPr/>
          <p:nvPr/>
        </p:nvGrpSpPr>
        <p:grpSpPr>
          <a:xfrm>
            <a:off x="551210" y="1789611"/>
            <a:ext cx="6372104" cy="4112044"/>
            <a:chOff x="1258363" y="1801499"/>
            <a:chExt cx="6262533" cy="4136790"/>
          </a:xfrm>
        </p:grpSpPr>
        <p:grpSp>
          <p:nvGrpSpPr>
            <p:cNvPr id="26" name="그룹 25"/>
            <p:cNvGrpSpPr/>
            <p:nvPr/>
          </p:nvGrpSpPr>
          <p:grpSpPr>
            <a:xfrm>
              <a:off x="1258363" y="2170831"/>
              <a:ext cx="6161340" cy="3767458"/>
              <a:chOff x="2653925" y="2090057"/>
              <a:chExt cx="6884150" cy="3775164"/>
            </a:xfrm>
          </p:grpSpPr>
          <p:pic>
            <p:nvPicPr>
              <p:cNvPr id="7170" name="Picture 2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53925" y="2236196"/>
                <a:ext cx="6884150" cy="3629025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9" name="직사각형 8"/>
              <p:cNvSpPr/>
              <p:nvPr/>
            </p:nvSpPr>
            <p:spPr>
              <a:xfrm>
                <a:off x="5306648" y="2946993"/>
                <a:ext cx="1041900" cy="515323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0" name="직선 화살표 연결선 9"/>
              <p:cNvCxnSpPr>
                <a:stCxn id="9" idx="2"/>
              </p:cNvCxnSpPr>
              <p:nvPr/>
            </p:nvCxnSpPr>
            <p:spPr>
              <a:xfrm flipH="1">
                <a:off x="4715691" y="3462316"/>
                <a:ext cx="1111907" cy="430415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/>
              <p:cNvSpPr txBox="1"/>
              <p:nvPr/>
            </p:nvSpPr>
            <p:spPr>
              <a:xfrm>
                <a:off x="3370217" y="3892731"/>
                <a:ext cx="24835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 smtClean="0"/>
                  <a:t>자신의 컴퓨터 </a:t>
                </a:r>
                <a:r>
                  <a:rPr lang="en-US" altLang="ko-KR" dirty="0" smtClean="0"/>
                  <a:t>IP</a:t>
                </a:r>
                <a:endParaRPr lang="ko-KR" altLang="en-US" dirty="0"/>
              </a:p>
            </p:txBody>
          </p:sp>
          <p:sp>
            <p:nvSpPr>
              <p:cNvPr id="13" name="직사각형 12"/>
              <p:cNvSpPr/>
              <p:nvPr/>
            </p:nvSpPr>
            <p:spPr>
              <a:xfrm>
                <a:off x="6400801" y="2948970"/>
                <a:ext cx="431075" cy="506156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직사각형 13"/>
              <p:cNvSpPr/>
              <p:nvPr/>
            </p:nvSpPr>
            <p:spPr>
              <a:xfrm>
                <a:off x="7100613" y="2977373"/>
                <a:ext cx="1041900" cy="515323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5" name="직선 화살표 연결선 14"/>
              <p:cNvCxnSpPr/>
              <p:nvPr/>
            </p:nvCxnSpPr>
            <p:spPr>
              <a:xfrm flipV="1">
                <a:off x="7740695" y="2090057"/>
                <a:ext cx="1" cy="887317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직사각형 18"/>
              <p:cNvSpPr/>
              <p:nvPr/>
            </p:nvSpPr>
            <p:spPr>
              <a:xfrm>
                <a:off x="8203475" y="2974136"/>
                <a:ext cx="431075" cy="506156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0" name="직선 화살표 연결선 19"/>
              <p:cNvCxnSpPr/>
              <p:nvPr/>
            </p:nvCxnSpPr>
            <p:spPr>
              <a:xfrm>
                <a:off x="6651954" y="3457632"/>
                <a:ext cx="448659" cy="593077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직선 화살표 연결선 21"/>
              <p:cNvCxnSpPr/>
              <p:nvPr/>
            </p:nvCxnSpPr>
            <p:spPr>
              <a:xfrm flipH="1">
                <a:off x="8142513" y="3455126"/>
                <a:ext cx="319959" cy="62227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/>
              <p:cNvSpPr txBox="1"/>
              <p:nvPr/>
            </p:nvSpPr>
            <p:spPr>
              <a:xfrm>
                <a:off x="6498942" y="4097040"/>
                <a:ext cx="24835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 smtClean="0"/>
                  <a:t>웹 포트인 </a:t>
                </a:r>
                <a:r>
                  <a:rPr lang="en-US" altLang="ko-KR" dirty="0" smtClean="0"/>
                  <a:t>80</a:t>
                </a:r>
                <a:r>
                  <a:rPr lang="ko-KR" altLang="en-US" dirty="0" smtClean="0"/>
                  <a:t>으로 지정</a:t>
                </a:r>
                <a:endParaRPr lang="ko-KR" altLang="en-US" dirty="0"/>
              </a:p>
            </p:txBody>
          </p:sp>
        </p:grpSp>
        <p:sp>
          <p:nvSpPr>
            <p:cNvPr id="25" name="TextBox 24"/>
            <p:cNvSpPr txBox="1"/>
            <p:nvPr/>
          </p:nvSpPr>
          <p:spPr>
            <a:xfrm>
              <a:off x="5037389" y="1801499"/>
              <a:ext cx="24835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 smtClean="0"/>
                <a:t>자신의 </a:t>
              </a:r>
              <a:r>
                <a:rPr lang="ko-KR" altLang="en-US" dirty="0" err="1" smtClean="0"/>
                <a:t>리눅스</a:t>
              </a:r>
              <a:r>
                <a:rPr lang="ko-KR" altLang="en-US" dirty="0" smtClean="0"/>
                <a:t> </a:t>
              </a:r>
              <a:r>
                <a:rPr lang="en-US" altLang="ko-KR" dirty="0" smtClean="0"/>
                <a:t>IP</a:t>
              </a:r>
              <a:endParaRPr lang="ko-KR" altLang="en-US" dirty="0"/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3645623" y="3043274"/>
              <a:ext cx="932504" cy="48395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5238166" y="3074531"/>
              <a:ext cx="932504" cy="48395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9039" y="1925170"/>
            <a:ext cx="4529605" cy="3976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" name="직사각형 33"/>
          <p:cNvSpPr/>
          <p:nvPr/>
        </p:nvSpPr>
        <p:spPr>
          <a:xfrm>
            <a:off x="8057106" y="1814626"/>
            <a:ext cx="948820" cy="5111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8057107" y="1829694"/>
            <a:ext cx="948819" cy="4810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8057107" y="896967"/>
            <a:ext cx="2261638" cy="3663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자신의 컴퓨터 </a:t>
            </a:r>
            <a:r>
              <a:rPr lang="en-US" altLang="ko-KR" dirty="0" smtClean="0"/>
              <a:t>IP</a:t>
            </a:r>
            <a:endParaRPr lang="ko-KR" altLang="en-US" dirty="0"/>
          </a:p>
        </p:txBody>
      </p:sp>
      <p:cxnSp>
        <p:nvCxnSpPr>
          <p:cNvPr id="37" name="직선 화살표 연결선 36"/>
          <p:cNvCxnSpPr/>
          <p:nvPr/>
        </p:nvCxnSpPr>
        <p:spPr>
          <a:xfrm flipH="1">
            <a:off x="8531516" y="1263340"/>
            <a:ext cx="474410" cy="526271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69" name="TextBox 7168"/>
          <p:cNvSpPr txBox="1"/>
          <p:nvPr/>
        </p:nvSpPr>
        <p:spPr>
          <a:xfrm>
            <a:off x="7338235" y="5925024"/>
            <a:ext cx="57520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&lt;</a:t>
            </a:r>
            <a:r>
              <a:rPr lang="ko-KR" altLang="en-US" sz="1600" dirty="0" smtClean="0"/>
              <a:t>윈도우에서 </a:t>
            </a:r>
            <a:r>
              <a:rPr lang="ko-KR" altLang="en-US" sz="1600" dirty="0" err="1" smtClean="0"/>
              <a:t>리눅스</a:t>
            </a:r>
            <a:r>
              <a:rPr lang="ko-KR" altLang="en-US" sz="1600" dirty="0" smtClean="0"/>
              <a:t> 웹 서버 접근 성공 화면</a:t>
            </a:r>
            <a:r>
              <a:rPr lang="en-US" altLang="ko-KR" sz="1600" dirty="0" smtClean="0"/>
              <a:t>&gt;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467643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PHP 7.0 </a:t>
            </a:r>
            <a:r>
              <a:rPr lang="ko-KR" altLang="en-US" dirty="0" smtClean="0"/>
              <a:t>설치하기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sz="1800" dirty="0" smtClean="0"/>
              <a:t> PHP - apache </a:t>
            </a:r>
            <a:r>
              <a:rPr lang="ko-KR" altLang="en-US" sz="1800" dirty="0" smtClean="0"/>
              <a:t>연동 모듈</a:t>
            </a:r>
            <a:r>
              <a:rPr lang="en-US" altLang="ko-KR" sz="1800" dirty="0" smtClean="0"/>
              <a:t>,</a:t>
            </a:r>
            <a:r>
              <a:rPr lang="en-US" altLang="ko-KR" sz="1800" dirty="0" err="1" smtClean="0"/>
              <a:t>mySQL</a:t>
            </a:r>
            <a:r>
              <a:rPr lang="en-US" altLang="ko-KR" sz="1800" dirty="0" smtClean="0"/>
              <a:t> </a:t>
            </a:r>
            <a:r>
              <a:rPr lang="ko-KR" altLang="en-US" sz="1800" dirty="0" smtClean="0"/>
              <a:t> 설치 후 아파치 서버 새로 시작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sz="1800" dirty="0"/>
              <a:t>	</a:t>
            </a:r>
            <a:r>
              <a:rPr lang="en-US" altLang="ko-KR" sz="1800" b="1" dirty="0" smtClean="0"/>
              <a:t>- </a:t>
            </a:r>
            <a:r>
              <a:rPr lang="en-US" altLang="ko-KR" sz="1800" b="1" dirty="0" err="1" smtClean="0"/>
              <a:t>sudo</a:t>
            </a:r>
            <a:r>
              <a:rPr lang="en-US" altLang="ko-KR" sz="1800" b="1" dirty="0" smtClean="0"/>
              <a:t> apt-get install php7.0 libapache2-mod-php7.0</a:t>
            </a:r>
          </a:p>
          <a:p>
            <a:pPr marL="0" indent="0">
              <a:buNone/>
            </a:pPr>
            <a:r>
              <a:rPr lang="en-US" altLang="ko-KR" sz="1800" b="1" dirty="0"/>
              <a:t>	</a:t>
            </a:r>
            <a:r>
              <a:rPr lang="en-US" altLang="ko-KR" sz="1800" b="1" dirty="0" smtClean="0"/>
              <a:t>- </a:t>
            </a:r>
            <a:r>
              <a:rPr lang="en-US" altLang="ko-KR" sz="1800" b="1" dirty="0" err="1" smtClean="0"/>
              <a:t>sudo</a:t>
            </a:r>
            <a:r>
              <a:rPr lang="en-US" altLang="ko-KR" sz="1800" b="1" dirty="0" smtClean="0"/>
              <a:t> apt-get install php7.0-mysql</a:t>
            </a:r>
          </a:p>
          <a:p>
            <a:pPr marL="0" indent="0">
              <a:buNone/>
            </a:pPr>
            <a:r>
              <a:rPr lang="en-US" altLang="ko-KR" sz="1800" b="1" dirty="0"/>
              <a:t>	</a:t>
            </a:r>
            <a:r>
              <a:rPr lang="en-US" altLang="ko-KR" sz="1800" b="1" dirty="0" smtClean="0"/>
              <a:t>- </a:t>
            </a:r>
            <a:r>
              <a:rPr lang="en-US" altLang="ko-KR" sz="1800" b="1" dirty="0" err="1" smtClean="0"/>
              <a:t>sudo</a:t>
            </a:r>
            <a:r>
              <a:rPr lang="en-US" altLang="ko-KR" sz="1800" b="1" dirty="0" smtClean="0"/>
              <a:t> service apache2 restart</a:t>
            </a:r>
            <a:endParaRPr lang="en-US" altLang="ko-KR" sz="1800" b="1" dirty="0"/>
          </a:p>
          <a:p>
            <a:pPr marL="0" indent="0">
              <a:buNone/>
            </a:pPr>
            <a:r>
              <a:rPr lang="en-US" altLang="ko-KR" sz="1800" dirty="0" smtClean="0"/>
              <a:t>	- </a:t>
            </a:r>
            <a:r>
              <a:rPr lang="en-US" altLang="ko-KR" sz="1600" dirty="0" smtClean="0"/>
              <a:t>/</a:t>
            </a:r>
            <a:r>
              <a:rPr lang="en-US" altLang="ko-KR" sz="1600" dirty="0" err="1" smtClean="0"/>
              <a:t>var</a:t>
            </a:r>
            <a:r>
              <a:rPr lang="en-US" altLang="ko-KR" sz="1600" dirty="0" smtClean="0"/>
              <a:t>/www/html </a:t>
            </a:r>
            <a:r>
              <a:rPr lang="ko-KR" altLang="en-US" sz="1600" dirty="0" smtClean="0"/>
              <a:t>디렉터리로 이동 한 후 </a:t>
            </a:r>
            <a:r>
              <a:rPr lang="en-US" altLang="ko-KR" sz="1600" dirty="0" smtClean="0"/>
              <a:t>vi</a:t>
            </a:r>
            <a:r>
              <a:rPr lang="ko-KR" altLang="en-US" sz="1600" dirty="0" smtClean="0"/>
              <a:t>를 이용하여 </a:t>
            </a:r>
            <a:r>
              <a:rPr lang="en-US" altLang="ko-KR" sz="1600" dirty="0" err="1" smtClean="0"/>
              <a:t>info.php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파일 생성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 smtClean="0"/>
              <a:t>	- </a:t>
            </a:r>
            <a:r>
              <a:rPr lang="ko-KR" altLang="en-US" sz="1600" dirty="0" smtClean="0"/>
              <a:t>다음 내용을 </a:t>
            </a:r>
            <a:r>
              <a:rPr lang="en-US" altLang="ko-KR" sz="1600" dirty="0" err="1" smtClean="0"/>
              <a:t>info.php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파일에 추가</a:t>
            </a:r>
            <a:endParaRPr lang="en-US" altLang="ko-KR" sz="1600" dirty="0" smtClean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 smtClean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웹 페이지로 </a:t>
            </a:r>
            <a:r>
              <a:rPr lang="ko-KR" altLang="en-US" sz="1600" b="1" dirty="0" smtClean="0">
                <a:solidFill>
                  <a:schemeClr val="accent2"/>
                </a:solidFill>
              </a:rPr>
              <a:t>자신의 </a:t>
            </a:r>
            <a:r>
              <a:rPr lang="en-US" altLang="ko-KR" sz="1600" b="1" dirty="0" smtClean="0">
                <a:solidFill>
                  <a:schemeClr val="accent2"/>
                </a:solidFill>
              </a:rPr>
              <a:t>host IP/</a:t>
            </a:r>
            <a:r>
              <a:rPr lang="en-US" altLang="ko-KR" sz="1600" b="1" dirty="0" err="1" smtClean="0">
                <a:solidFill>
                  <a:schemeClr val="accent2"/>
                </a:solidFill>
              </a:rPr>
              <a:t>info.php</a:t>
            </a:r>
            <a:r>
              <a:rPr lang="en-US" altLang="ko-KR" sz="1600" b="1" dirty="0" smtClean="0">
                <a:solidFill>
                  <a:schemeClr val="accent2"/>
                </a:solidFill>
              </a:rPr>
              <a:t> </a:t>
            </a:r>
            <a:r>
              <a:rPr lang="ko-KR" altLang="en-US" sz="1600" dirty="0" smtClean="0"/>
              <a:t>로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들어가기</a:t>
            </a:r>
            <a:endParaRPr lang="en-US" altLang="ko-KR" sz="1600" dirty="0" smtClean="0"/>
          </a:p>
          <a:p>
            <a:pPr marL="0" indent="0">
              <a:buNone/>
            </a:pPr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13</a:t>
            </a:fld>
            <a:endParaRPr lang="en-US" dirty="0"/>
          </a:p>
        </p:txBody>
      </p:sp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7863" y="4321214"/>
            <a:ext cx="1413084" cy="723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3677" y="3981529"/>
            <a:ext cx="5154189" cy="2262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6989952" y="4086185"/>
            <a:ext cx="939800" cy="2350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/>
          <p:cNvCxnSpPr>
            <a:stCxn id="5" idx="1"/>
          </p:cNvCxnSpPr>
          <p:nvPr/>
        </p:nvCxnSpPr>
        <p:spPr>
          <a:xfrm flipH="1">
            <a:off x="4480560" y="4203700"/>
            <a:ext cx="2509392" cy="1021443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/>
        </p:nvSpPr>
        <p:spPr>
          <a:xfrm>
            <a:off x="6996974" y="4089488"/>
            <a:ext cx="906652" cy="2186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8992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게시판 설치 하기 </a:t>
            </a:r>
            <a:r>
              <a:rPr lang="en-US" altLang="ko-KR" dirty="0" smtClean="0"/>
              <a:t>(1/8)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err="1" smtClean="0">
                <a:solidFill>
                  <a:srgbClr val="FF0000"/>
                </a:solidFill>
              </a:rPr>
              <a:t>리눅스</a:t>
            </a:r>
            <a:r>
              <a:rPr lang="ko-KR" altLang="en-US" sz="1800" dirty="0" err="1" smtClean="0"/>
              <a:t>에서</a:t>
            </a:r>
            <a:r>
              <a:rPr lang="ko-KR" altLang="en-US" sz="1800" dirty="0" smtClean="0"/>
              <a:t> 웹 브라우저 실행 후 </a:t>
            </a:r>
            <a:r>
              <a:rPr lang="en-US" altLang="ko-KR" sz="1800" dirty="0" smtClean="0"/>
              <a:t>sir.co.kr</a:t>
            </a:r>
            <a:r>
              <a:rPr lang="ko-KR" altLang="en-US" sz="1800" dirty="0" smtClean="0"/>
              <a:t>에 접속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sz="18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err="1" smtClean="0"/>
              <a:t>그누보드</a:t>
            </a:r>
            <a:r>
              <a:rPr lang="ko-KR" altLang="en-US" sz="1600" dirty="0" smtClean="0"/>
              <a:t>  </a:t>
            </a:r>
            <a:r>
              <a:rPr lang="en-US" altLang="ko-KR" sz="1600" dirty="0" smtClean="0"/>
              <a:t>5 </a:t>
            </a:r>
            <a:r>
              <a:rPr lang="ko-KR" altLang="en-US" sz="1600" dirty="0" smtClean="0"/>
              <a:t>클릭 후 다운로드</a:t>
            </a: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14</a:t>
            </a:fld>
            <a:endParaRPr lang="en-US" dirty="0"/>
          </a:p>
        </p:txBody>
      </p:sp>
      <p:grpSp>
        <p:nvGrpSpPr>
          <p:cNvPr id="5" name="그룹 4"/>
          <p:cNvGrpSpPr/>
          <p:nvPr/>
        </p:nvGrpSpPr>
        <p:grpSpPr>
          <a:xfrm>
            <a:off x="885538" y="2841034"/>
            <a:ext cx="4664361" cy="3153366"/>
            <a:chOff x="1336674" y="2743200"/>
            <a:chExt cx="5278847" cy="3122613"/>
          </a:xfrm>
        </p:grpSpPr>
        <p:pic>
          <p:nvPicPr>
            <p:cNvPr id="1024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6674" y="2743200"/>
              <a:ext cx="5278847" cy="31226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직사각형 5"/>
            <p:cNvSpPr/>
            <p:nvPr/>
          </p:nvSpPr>
          <p:spPr>
            <a:xfrm>
              <a:off x="2235200" y="3590885"/>
              <a:ext cx="609600" cy="23502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3124200" y="5254585"/>
              <a:ext cx="609600" cy="39691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2463" y="2841034"/>
            <a:ext cx="5646737" cy="3153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직사각형 9"/>
          <p:cNvSpPr/>
          <p:nvPr/>
        </p:nvSpPr>
        <p:spPr>
          <a:xfrm>
            <a:off x="5826680" y="3425045"/>
            <a:ext cx="2631520" cy="4008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970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15</a:t>
            </a:fld>
            <a:endParaRPr lang="en-US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 dirty="0" smtClean="0"/>
              <a:t>게시판 설치 하기 </a:t>
            </a:r>
            <a:r>
              <a:rPr lang="en-US" altLang="ko-KR" dirty="0" smtClean="0"/>
              <a:t>(2/8)</a:t>
            </a:r>
            <a:endParaRPr lang="ko-KR" altLang="en-US" dirty="0"/>
          </a:p>
        </p:txBody>
      </p:sp>
      <p:grpSp>
        <p:nvGrpSpPr>
          <p:cNvPr id="7" name="그룹 6"/>
          <p:cNvGrpSpPr/>
          <p:nvPr/>
        </p:nvGrpSpPr>
        <p:grpSpPr>
          <a:xfrm>
            <a:off x="882650" y="3045277"/>
            <a:ext cx="5213350" cy="2774045"/>
            <a:chOff x="552450" y="2091420"/>
            <a:chExt cx="6057900" cy="3590925"/>
          </a:xfrm>
        </p:grpSpPr>
        <p:pic>
          <p:nvPicPr>
            <p:cNvPr id="11268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450" y="2091420"/>
              <a:ext cx="6057900" cy="35909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직사각형 4"/>
            <p:cNvSpPr/>
            <p:nvPr/>
          </p:nvSpPr>
          <p:spPr>
            <a:xfrm>
              <a:off x="2101850" y="5105400"/>
              <a:ext cx="3638550" cy="2667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626" y="2495097"/>
            <a:ext cx="4743450" cy="3324225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6498024" y="4476195"/>
            <a:ext cx="1155700" cy="2794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58423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16</a:t>
            </a:fld>
            <a:endParaRPr lang="en-US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 dirty="0" smtClean="0"/>
              <a:t>게시판 설치 하기 </a:t>
            </a:r>
            <a:r>
              <a:rPr lang="en-US" altLang="ko-KR" dirty="0" smtClean="0"/>
              <a:t>(3/8)</a:t>
            </a:r>
            <a:endParaRPr lang="ko-KR" altLang="en-US" dirty="0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smtClean="0"/>
              <a:t>내려 받은 파일 </a:t>
            </a:r>
            <a:r>
              <a:rPr lang="en-US" altLang="ko-KR" sz="1800" dirty="0" smtClean="0"/>
              <a:t>/</a:t>
            </a:r>
            <a:r>
              <a:rPr lang="en-US" altLang="ko-KR" sz="1800" dirty="0" err="1" smtClean="0"/>
              <a:t>var</a:t>
            </a:r>
            <a:r>
              <a:rPr lang="en-US" altLang="ko-KR" sz="1800" dirty="0" smtClean="0"/>
              <a:t>/www/html</a:t>
            </a:r>
            <a:r>
              <a:rPr lang="ko-KR" altLang="en-US" sz="1800" dirty="0" smtClean="0"/>
              <a:t>로 복사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sz="1800" dirty="0"/>
              <a:t>	</a:t>
            </a:r>
            <a:r>
              <a:rPr lang="en-US" altLang="ko-KR" sz="1600" dirty="0" smtClean="0"/>
              <a:t>- ~user1/</a:t>
            </a:r>
            <a:r>
              <a:rPr lang="ko-KR" altLang="en-US" sz="1600" dirty="0" smtClean="0"/>
              <a:t>다운로드 파일에 </a:t>
            </a:r>
            <a:r>
              <a:rPr lang="en-US" altLang="ko-KR" sz="1600" dirty="0" smtClean="0"/>
              <a:t>gnuboard-gnuboard5-50c8207</a:t>
            </a:r>
            <a:r>
              <a:rPr lang="ko-KR" altLang="en-US" sz="1600" dirty="0" smtClean="0"/>
              <a:t>가 내려 받아져 있는 상태이다</a:t>
            </a:r>
            <a:r>
              <a:rPr lang="en-US" altLang="ko-KR" sz="1600" dirty="0" smtClean="0"/>
              <a:t>.</a:t>
            </a:r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압축파일 </a:t>
            </a:r>
            <a:r>
              <a:rPr lang="ko-KR" altLang="en-US" sz="1600" b="1" dirty="0" smtClean="0">
                <a:solidFill>
                  <a:schemeClr val="accent2"/>
                </a:solidFill>
              </a:rPr>
              <a:t>더블클릭</a:t>
            </a:r>
            <a:r>
              <a:rPr lang="ko-KR" altLang="en-US" sz="1600" dirty="0" smtClean="0"/>
              <a:t> 후 </a:t>
            </a:r>
            <a:r>
              <a:rPr lang="ko-KR" altLang="en-US" sz="1600" dirty="0" smtClean="0"/>
              <a:t>오른쪽 마우스를  클릭하여 폴더의 </a:t>
            </a:r>
            <a:r>
              <a:rPr lang="ko-KR" altLang="en-US" sz="1600" dirty="0" smtClean="0"/>
              <a:t>이름을 </a:t>
            </a:r>
            <a:r>
              <a:rPr lang="en-US" altLang="ko-KR" sz="1600" dirty="0" smtClean="0"/>
              <a:t>gnuboard5</a:t>
            </a:r>
            <a:r>
              <a:rPr lang="ko-KR" altLang="en-US" sz="1600" dirty="0" smtClean="0"/>
              <a:t>로 바꾸어준다</a:t>
            </a:r>
            <a:r>
              <a:rPr lang="en-US" altLang="ko-KR" sz="1600" dirty="0" smtClean="0"/>
              <a:t>.</a:t>
            </a:r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이 파일을</a:t>
            </a:r>
            <a:r>
              <a:rPr lang="ko-KR" altLang="en-US" sz="1600" b="1" dirty="0" smtClean="0">
                <a:solidFill>
                  <a:schemeClr val="accent2"/>
                </a:solidFill>
              </a:rPr>
              <a:t> </a:t>
            </a:r>
            <a:r>
              <a:rPr lang="en-US" altLang="ko-KR" sz="1600" b="1" dirty="0" smtClean="0">
                <a:solidFill>
                  <a:schemeClr val="accent2"/>
                </a:solidFill>
              </a:rPr>
              <a:t>/</a:t>
            </a:r>
            <a:r>
              <a:rPr lang="en-US" altLang="ko-KR" sz="1600" b="1" dirty="0" err="1" smtClean="0">
                <a:solidFill>
                  <a:schemeClr val="accent2"/>
                </a:solidFill>
              </a:rPr>
              <a:t>var</a:t>
            </a:r>
            <a:r>
              <a:rPr lang="en-US" altLang="ko-KR" sz="1600" b="1" dirty="0" smtClean="0">
                <a:solidFill>
                  <a:schemeClr val="accent2"/>
                </a:solidFill>
              </a:rPr>
              <a:t>/www/html </a:t>
            </a:r>
            <a:r>
              <a:rPr lang="ko-KR" altLang="en-US" sz="1600" dirty="0" smtClean="0"/>
              <a:t>디렉터리로 복사 해 온 뒤 압축을 푼다</a:t>
            </a:r>
            <a:r>
              <a:rPr lang="en-US" altLang="ko-KR" sz="1600" dirty="0" smtClean="0"/>
              <a:t>.</a:t>
            </a:r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	: </a:t>
            </a:r>
            <a:r>
              <a:rPr lang="en-US" altLang="ko-KR" sz="1600" dirty="0" err="1" smtClean="0"/>
              <a:t>sudo</a:t>
            </a:r>
            <a:r>
              <a:rPr lang="en-US" altLang="ko-KR" sz="1600" dirty="0" smtClean="0"/>
              <a:t> tar </a:t>
            </a:r>
            <a:r>
              <a:rPr lang="en-US" altLang="ko-KR" sz="1600" dirty="0" err="1" smtClean="0"/>
              <a:t>xvzf</a:t>
            </a:r>
            <a:r>
              <a:rPr lang="en-US" altLang="ko-KR" sz="1600" dirty="0"/>
              <a:t> </a:t>
            </a:r>
            <a:r>
              <a:rPr lang="ko-KR" altLang="en-US" sz="1600" dirty="0" smtClean="0"/>
              <a:t>자신이 </a:t>
            </a:r>
            <a:r>
              <a:rPr lang="ko-KR" altLang="en-US" sz="1600" dirty="0" err="1" smtClean="0"/>
              <a:t>다운로드받은</a:t>
            </a:r>
            <a:r>
              <a:rPr lang="ko-KR" altLang="en-US" sz="1600" dirty="0" smtClean="0"/>
              <a:t> 파일 </a:t>
            </a:r>
            <a:r>
              <a:rPr lang="en-US" altLang="ko-KR" sz="1600" dirty="0" smtClean="0"/>
              <a:t>(.tar.gz </a:t>
            </a:r>
            <a:r>
              <a:rPr lang="ko-KR" altLang="en-US" sz="1600" dirty="0" smtClean="0"/>
              <a:t>압축 파일</a:t>
            </a:r>
            <a:r>
              <a:rPr lang="en-US" altLang="ko-KR" sz="1600" dirty="0" smtClean="0"/>
              <a:t>)</a:t>
            </a:r>
          </a:p>
          <a:p>
            <a:pPr marL="0" indent="0">
              <a:buNone/>
            </a:pPr>
            <a:r>
              <a:rPr lang="en-US" altLang="ko-KR" sz="1600" dirty="0" smtClean="0"/>
              <a:t>	- </a:t>
            </a:r>
            <a:r>
              <a:rPr lang="ko-KR" altLang="en-US" sz="1600" dirty="0" smtClean="0"/>
              <a:t>바꾼 이름의 디렉터리 </a:t>
            </a:r>
            <a:r>
              <a:rPr lang="en-US" altLang="ko-KR" sz="1600" dirty="0">
                <a:solidFill>
                  <a:schemeClr val="tx1"/>
                </a:solidFill>
              </a:rPr>
              <a:t>(gnuboard5</a:t>
            </a:r>
            <a:r>
              <a:rPr lang="en-US" altLang="ko-KR" sz="1600" dirty="0" smtClean="0">
                <a:solidFill>
                  <a:schemeClr val="tx1"/>
                </a:solidFill>
              </a:rPr>
              <a:t>)</a:t>
            </a:r>
            <a:r>
              <a:rPr lang="en-US" altLang="ko-KR" sz="1800" dirty="0" smtClean="0">
                <a:solidFill>
                  <a:schemeClr val="tx1"/>
                </a:solidFill>
              </a:rPr>
              <a:t> </a:t>
            </a:r>
            <a:r>
              <a:rPr lang="ko-KR" altLang="en-US" sz="1600" dirty="0" smtClean="0"/>
              <a:t>가 자동으로 생성되며 그곳에 압축이 풀린다</a:t>
            </a:r>
            <a:r>
              <a:rPr lang="en-US" altLang="ko-KR" sz="1600" dirty="0" smtClean="0"/>
              <a:t>. </a:t>
            </a:r>
            <a:endParaRPr lang="ko-KR" altLang="en-US" sz="1800" dirty="0"/>
          </a:p>
        </p:txBody>
      </p:sp>
      <p:grpSp>
        <p:nvGrpSpPr>
          <p:cNvPr id="9" name="그룹 8"/>
          <p:cNvGrpSpPr/>
          <p:nvPr/>
        </p:nvGrpSpPr>
        <p:grpSpPr>
          <a:xfrm>
            <a:off x="1106277" y="4114800"/>
            <a:ext cx="4442245" cy="2743200"/>
            <a:chOff x="1106277" y="3499451"/>
            <a:chExt cx="4442245" cy="2743200"/>
          </a:xfrm>
        </p:grpSpPr>
        <p:pic>
          <p:nvPicPr>
            <p:cNvPr id="12292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6277" y="3616325"/>
              <a:ext cx="4442245" cy="2626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3" name="직사각형 12"/>
            <p:cNvSpPr/>
            <p:nvPr/>
          </p:nvSpPr>
          <p:spPr>
            <a:xfrm>
              <a:off x="1651000" y="4967588"/>
              <a:ext cx="1155700" cy="2794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" name="직선 화살표 연결선 2"/>
            <p:cNvCxnSpPr>
              <a:stCxn id="13" idx="0"/>
            </p:cNvCxnSpPr>
            <p:nvPr/>
          </p:nvCxnSpPr>
          <p:spPr>
            <a:xfrm flipV="1">
              <a:off x="2228850" y="3499451"/>
              <a:ext cx="2317750" cy="1468137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5816600" y="4277326"/>
            <a:ext cx="5856104" cy="1984077"/>
            <a:chOff x="6096000" y="4073823"/>
            <a:chExt cx="5856104" cy="1984077"/>
          </a:xfrm>
        </p:grpSpPr>
        <p:pic>
          <p:nvPicPr>
            <p:cNvPr id="12298" name="Picture 1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0" y="4073823"/>
              <a:ext cx="5832210" cy="4476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0" y="4575475"/>
              <a:ext cx="5856104" cy="14824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615702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err="1" smtClean="0"/>
              <a:t>그누보드가</a:t>
            </a:r>
            <a:r>
              <a:rPr lang="ko-KR" altLang="en-US" sz="1800" dirty="0" smtClean="0"/>
              <a:t> 사용할 데이터베이스</a:t>
            </a:r>
            <a:r>
              <a:rPr lang="en-US" altLang="ko-KR" sz="1800" dirty="0" smtClean="0"/>
              <a:t>(DB)</a:t>
            </a:r>
            <a:r>
              <a:rPr lang="ko-KR" altLang="en-US" sz="1800" dirty="0" smtClean="0"/>
              <a:t>구축 후에 일반사용자에게 해당 </a:t>
            </a:r>
            <a:r>
              <a:rPr lang="en-US" altLang="ko-KR" sz="1800" dirty="0" smtClean="0"/>
              <a:t>DB</a:t>
            </a:r>
            <a:r>
              <a:rPr lang="ko-KR" altLang="en-US" sz="1800" dirty="0" smtClean="0"/>
              <a:t>에 대한 권한을 부여한다</a:t>
            </a:r>
            <a:r>
              <a:rPr lang="en-US" altLang="ko-KR" sz="1800" dirty="0" smtClean="0"/>
              <a:t>.</a:t>
            </a:r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 dirty="0" smtClean="0"/>
              <a:t>게시판 설치 하기 </a:t>
            </a:r>
            <a:r>
              <a:rPr lang="en-US" altLang="ko-KR" dirty="0" smtClean="0"/>
              <a:t>(4/8)</a:t>
            </a:r>
            <a:endParaRPr lang="ko-KR" alt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761" y="2233612"/>
            <a:ext cx="7129552" cy="273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911186" y="5966468"/>
            <a:ext cx="1327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비밀번호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5840179" y="5192571"/>
            <a:ext cx="587843" cy="4927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6707422" y="5925836"/>
            <a:ext cx="2474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Local host user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61" y="5101561"/>
            <a:ext cx="8852320" cy="725600"/>
          </a:xfrm>
          <a:prstGeom prst="rect">
            <a:avLst/>
          </a:prstGeom>
        </p:spPr>
      </p:pic>
      <p:cxnSp>
        <p:nvCxnSpPr>
          <p:cNvPr id="6" name="직선 화살표 연결선 5"/>
          <p:cNvCxnSpPr/>
          <p:nvPr/>
        </p:nvCxnSpPr>
        <p:spPr>
          <a:xfrm>
            <a:off x="1953224" y="5526348"/>
            <a:ext cx="853476" cy="55695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>
          <a:xfrm>
            <a:off x="1532237" y="5288298"/>
            <a:ext cx="841975" cy="2380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6812691" y="5101561"/>
            <a:ext cx="708455" cy="2380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/>
          <p:cNvCxnSpPr>
            <a:stCxn id="15" idx="2"/>
          </p:cNvCxnSpPr>
          <p:nvPr/>
        </p:nvCxnSpPr>
        <p:spPr>
          <a:xfrm flipH="1">
            <a:off x="6707422" y="5339611"/>
            <a:ext cx="459497" cy="743689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9844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 dirty="0" smtClean="0"/>
              <a:t>게시판 설치 하기 </a:t>
            </a:r>
            <a:r>
              <a:rPr lang="en-US" altLang="ko-KR" dirty="0" smtClean="0"/>
              <a:t>(5/8)</a:t>
            </a:r>
            <a:endParaRPr lang="ko-KR" altLang="en-US" dirty="0"/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sz="1800" dirty="0"/>
              <a:t> </a:t>
            </a:r>
            <a:r>
              <a:rPr lang="en-US" altLang="ko-KR" sz="1800" dirty="0" smtClean="0"/>
              <a:t>data </a:t>
            </a:r>
            <a:r>
              <a:rPr lang="ko-KR" altLang="en-US" sz="1800" dirty="0" smtClean="0"/>
              <a:t>디렉터리 생성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/</a:t>
            </a:r>
            <a:r>
              <a:rPr lang="en-US" altLang="ko-KR" sz="1600" dirty="0" err="1" smtClean="0"/>
              <a:t>var</a:t>
            </a:r>
            <a:r>
              <a:rPr lang="en-US" altLang="ko-KR" sz="1600" dirty="0" smtClean="0"/>
              <a:t>/www/html/gnuboard5 </a:t>
            </a:r>
            <a:r>
              <a:rPr lang="ko-KR" altLang="en-US" sz="1600" dirty="0" smtClean="0"/>
              <a:t>디렉터리에 </a:t>
            </a:r>
            <a:r>
              <a:rPr lang="en-US" altLang="ko-KR" sz="1600" dirty="0" smtClean="0"/>
              <a:t>data </a:t>
            </a:r>
            <a:r>
              <a:rPr lang="ko-KR" altLang="en-US" sz="1600" dirty="0" smtClean="0"/>
              <a:t>디렉터리를 생성한다</a:t>
            </a:r>
            <a:r>
              <a:rPr lang="en-US" altLang="ko-KR" sz="1600" dirty="0" smtClean="0"/>
              <a:t>.</a:t>
            </a:r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생성한 디렉터리의 권한을 숫자모드 </a:t>
            </a:r>
            <a:r>
              <a:rPr lang="en-US" altLang="ko-KR" sz="1600" dirty="0" smtClean="0"/>
              <a:t>707</a:t>
            </a:r>
            <a:r>
              <a:rPr lang="ko-KR" altLang="en-US" sz="1600" dirty="0" smtClean="0"/>
              <a:t>로 바꾸어 준다</a:t>
            </a:r>
            <a:r>
              <a:rPr lang="en-US" altLang="ko-KR" sz="1600" dirty="0" smtClean="0"/>
              <a:t>.</a:t>
            </a:r>
          </a:p>
          <a:p>
            <a:pPr marL="0" indent="0">
              <a:buNone/>
            </a:pPr>
            <a:r>
              <a:rPr lang="en-US" altLang="ko-KR" sz="1600" dirty="0"/>
              <a:t>	</a:t>
            </a:r>
            <a:endParaRPr lang="en-US" altLang="ko-KR" sz="18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026" y="3002106"/>
            <a:ext cx="9190015" cy="26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7626" y="3376613"/>
            <a:ext cx="9263160" cy="255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0326" y="3682712"/>
            <a:ext cx="9263160" cy="1698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직사각형 9"/>
          <p:cNvSpPr/>
          <p:nvPr/>
        </p:nvSpPr>
        <p:spPr>
          <a:xfrm>
            <a:off x="3490679" y="4851399"/>
            <a:ext cx="789221" cy="3411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9378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smtClean="0"/>
              <a:t>호스트 </a:t>
            </a:r>
            <a:r>
              <a:rPr lang="en-US" altLang="ko-KR" sz="1800" dirty="0" smtClean="0"/>
              <a:t>IP/gnuboard5</a:t>
            </a:r>
            <a:r>
              <a:rPr lang="ko-KR" altLang="en-US" sz="1800" dirty="0" smtClean="0"/>
              <a:t>로 접속</a:t>
            </a:r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 dirty="0" smtClean="0"/>
              <a:t>게시판 설치 하기 </a:t>
            </a:r>
            <a:r>
              <a:rPr lang="en-US" altLang="ko-KR" dirty="0" smtClean="0"/>
              <a:t>(6/8)</a:t>
            </a:r>
            <a:endParaRPr lang="ko-KR" altLang="en-US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301" y="2844800"/>
            <a:ext cx="5206999" cy="311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5384800" y="5412088"/>
            <a:ext cx="825500" cy="2794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2389" y="2844800"/>
            <a:ext cx="5316303" cy="3111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직사각형 8"/>
          <p:cNvSpPr/>
          <p:nvPr/>
        </p:nvSpPr>
        <p:spPr>
          <a:xfrm>
            <a:off x="11163300" y="5564488"/>
            <a:ext cx="647700" cy="3918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1516380" y="3238500"/>
            <a:ext cx="388620" cy="121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01470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smtClean="0"/>
              <a:t>아래와 같이 정보를 입력하시오</a:t>
            </a:r>
            <a:r>
              <a:rPr lang="en-US" altLang="ko-KR" sz="1800" dirty="0" smtClean="0"/>
              <a:t>.</a:t>
            </a:r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20</a:t>
            </a:fld>
            <a:endParaRPr lang="en-US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 dirty="0" smtClean="0"/>
              <a:t>게시판 설치 하기 </a:t>
            </a:r>
            <a:r>
              <a:rPr lang="en-US" altLang="ko-KR" dirty="0" smtClean="0"/>
              <a:t>(7/8)</a:t>
            </a:r>
            <a:endParaRPr lang="ko-KR" altLang="en-US" dirty="0"/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217"/>
          <a:stretch/>
        </p:blipFill>
        <p:spPr bwMode="auto">
          <a:xfrm>
            <a:off x="1149349" y="2149475"/>
            <a:ext cx="10150623" cy="408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0469" y="5469800"/>
            <a:ext cx="690971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직사각형 7"/>
          <p:cNvSpPr/>
          <p:nvPr/>
        </p:nvSpPr>
        <p:spPr>
          <a:xfrm>
            <a:off x="10157459" y="5443384"/>
            <a:ext cx="959031" cy="5655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0457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altLang="ko-KR" dirty="0" smtClean="0"/>
              <a:t> </a:t>
            </a:r>
            <a:r>
              <a:rPr lang="ko-KR" altLang="en-US" sz="1800" dirty="0" err="1" smtClean="0"/>
              <a:t>그누보드</a:t>
            </a:r>
            <a:r>
              <a:rPr lang="ko-KR" altLang="en-US" sz="1800" dirty="0" smtClean="0"/>
              <a:t> 설치 </a:t>
            </a:r>
            <a:r>
              <a:rPr lang="ko-KR" altLang="en-US" sz="1800" dirty="0" err="1" smtClean="0"/>
              <a:t>성공시</a:t>
            </a:r>
            <a:r>
              <a:rPr lang="ko-KR" altLang="en-US" sz="1800" dirty="0" smtClean="0"/>
              <a:t> 화면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21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 dirty="0" smtClean="0"/>
              <a:t>게시판 설치 하기 </a:t>
            </a:r>
            <a:r>
              <a:rPr lang="en-US" altLang="ko-KR" dirty="0" smtClean="0"/>
              <a:t>(8/8)</a:t>
            </a:r>
            <a:endParaRPr lang="ko-KR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209" y="2328216"/>
            <a:ext cx="4872580" cy="3611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4644934" y="4937760"/>
            <a:ext cx="1194163" cy="4011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07" r="9463"/>
          <a:stretch/>
        </p:blipFill>
        <p:spPr bwMode="auto">
          <a:xfrm>
            <a:off x="6387736" y="2328216"/>
            <a:ext cx="5465175" cy="36118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483333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문제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altLang="ko-KR" sz="1800" dirty="0" smtClean="0"/>
              <a:t> 2</a:t>
            </a:r>
            <a:r>
              <a:rPr lang="ko-KR" altLang="en-US" sz="1800" dirty="0" smtClean="0"/>
              <a:t>번 문제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sz="1600" dirty="0" smtClean="0"/>
              <a:t>- /</a:t>
            </a:r>
            <a:r>
              <a:rPr lang="en-US" altLang="ko-KR" sz="1600" dirty="0" err="1" smtClean="0"/>
              <a:t>var</a:t>
            </a:r>
            <a:r>
              <a:rPr lang="en-US" altLang="ko-KR" sz="1600" dirty="0" smtClean="0"/>
              <a:t>/www/html </a:t>
            </a:r>
            <a:r>
              <a:rPr lang="ko-KR" altLang="en-US" sz="1600" dirty="0" smtClean="0"/>
              <a:t>디렉터리로 이동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en-US" altLang="ko-KR" sz="1600" dirty="0" err="1" smtClean="0"/>
              <a:t>cp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명령어를 이용해 </a:t>
            </a:r>
            <a:r>
              <a:rPr lang="en-US" altLang="ko-KR" sz="1600" dirty="0" smtClean="0"/>
              <a:t>index.html</a:t>
            </a:r>
            <a:r>
              <a:rPr lang="ko-KR" altLang="en-US" sz="1600" dirty="0" smtClean="0"/>
              <a:t>을 </a:t>
            </a:r>
            <a:r>
              <a:rPr lang="en-US" altLang="ko-KR" sz="1600" dirty="0" smtClean="0"/>
              <a:t>copy_index.html</a:t>
            </a:r>
            <a:r>
              <a:rPr lang="ko-KR" altLang="en-US" sz="1600" dirty="0" smtClean="0"/>
              <a:t>로 복사 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원본 파일  백업 작업</a:t>
            </a:r>
            <a:r>
              <a:rPr lang="en-US" altLang="ko-KR" sz="1600" dirty="0" smtClean="0"/>
              <a:t>)</a:t>
            </a:r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index.html </a:t>
            </a:r>
            <a:r>
              <a:rPr lang="ko-KR" altLang="en-US" sz="1600" dirty="0" smtClean="0"/>
              <a:t>문서 수정하여 자신의 웹 페이지를 만드시오</a:t>
            </a:r>
            <a:r>
              <a:rPr lang="en-US" altLang="ko-KR" sz="1600" dirty="0" smtClean="0"/>
              <a:t>.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책 </a:t>
            </a:r>
            <a:r>
              <a:rPr lang="en-US" altLang="ko-KR" sz="1600" dirty="0" smtClean="0"/>
              <a:t>683</a:t>
            </a:r>
            <a:r>
              <a:rPr lang="ko-KR" altLang="en-US" sz="1600" dirty="0" smtClean="0"/>
              <a:t>쪽부터 참고</a:t>
            </a:r>
            <a:r>
              <a:rPr lang="en-US" altLang="ko-KR" sz="1600" dirty="0" smtClean="0"/>
              <a:t>)</a:t>
            </a:r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>
                <a:solidFill>
                  <a:schemeClr val="tx1"/>
                </a:solidFill>
              </a:rPr>
              <a:t>- </a:t>
            </a:r>
            <a:r>
              <a:rPr lang="ko-KR" altLang="en-US" sz="1600" dirty="0" err="1" smtClean="0">
                <a:solidFill>
                  <a:schemeClr val="tx1"/>
                </a:solidFill>
              </a:rPr>
              <a:t>ㄴㅇㅇㅇㅇㅇ</a:t>
            </a:r>
            <a:endParaRPr lang="en-US" altLang="ko-KR" sz="16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endParaRPr lang="en-US" altLang="ko-KR" sz="1600" dirty="0" smtClean="0"/>
          </a:p>
          <a:p>
            <a:pPr marL="0" indent="0">
              <a:buNone/>
            </a:pPr>
            <a:endParaRPr lang="en-US" altLang="ko-KR" sz="1600" dirty="0" smtClean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1521" y="3627801"/>
            <a:ext cx="3695700" cy="2371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942" y="3627801"/>
            <a:ext cx="5195142" cy="2371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직선 화살표 연결선 5"/>
          <p:cNvCxnSpPr/>
          <p:nvPr/>
        </p:nvCxnSpPr>
        <p:spPr>
          <a:xfrm>
            <a:off x="2651760" y="5003074"/>
            <a:ext cx="391886" cy="23513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043646" y="5016137"/>
            <a:ext cx="289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링크를 누르면 </a:t>
            </a:r>
            <a:r>
              <a:rPr lang="ko-KR" altLang="en-US" dirty="0" err="1" smtClean="0"/>
              <a:t>우분투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리눅스</a:t>
            </a:r>
            <a:r>
              <a:rPr lang="ko-KR" altLang="en-US" dirty="0" smtClean="0"/>
              <a:t> 게시판과 </a:t>
            </a:r>
            <a:r>
              <a:rPr lang="ko-KR" altLang="en-US" dirty="0" err="1" smtClean="0"/>
              <a:t>연결되야함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2651760" y="3962400"/>
            <a:ext cx="1082040" cy="20320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본인 </a:t>
            </a:r>
            <a:r>
              <a:rPr lang="en-US" altLang="ko-KR" sz="1200" dirty="0" smtClean="0"/>
              <a:t>IP </a:t>
            </a:r>
            <a:r>
              <a:rPr lang="ko-KR" altLang="en-US" sz="1200" dirty="0" smtClean="0"/>
              <a:t>주소</a:t>
            </a:r>
            <a:endParaRPr lang="ko-KR" altLang="en-US" sz="1200" dirty="0"/>
          </a:p>
        </p:txBody>
      </p:sp>
      <p:sp>
        <p:nvSpPr>
          <p:cNvPr id="10" name="직사각형 9"/>
          <p:cNvSpPr/>
          <p:nvPr/>
        </p:nvSpPr>
        <p:spPr>
          <a:xfrm>
            <a:off x="5901508" y="3798571"/>
            <a:ext cx="671830" cy="79586"/>
          </a:xfrm>
          <a:prstGeom prst="rect">
            <a:avLst/>
          </a:prstGeom>
          <a:ln w="285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9823812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63610" y="2965622"/>
            <a:ext cx="79577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 smtClean="0"/>
              <a:t>수고하셨습니다</a:t>
            </a:r>
            <a:r>
              <a:rPr lang="en-US" altLang="ko-KR" sz="5400" dirty="0" smtClean="0"/>
              <a:t>.</a:t>
            </a:r>
            <a:endParaRPr lang="ko-KR" altLang="en-US" sz="54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670" y="172994"/>
            <a:ext cx="3778953" cy="3468130"/>
          </a:xfrm>
          <a:prstGeom prst="rect">
            <a:avLst/>
          </a:prstGeom>
        </p:spPr>
      </p:pic>
      <p:cxnSp>
        <p:nvCxnSpPr>
          <p:cNvPr id="6" name="직선 연결선 5"/>
          <p:cNvCxnSpPr/>
          <p:nvPr/>
        </p:nvCxnSpPr>
        <p:spPr>
          <a:xfrm>
            <a:off x="1746422" y="3888952"/>
            <a:ext cx="49838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7228944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12289</TotalTime>
  <Words>405</Words>
  <Application>Microsoft Office PowerPoint</Application>
  <PresentationFormat>와이드스크린</PresentationFormat>
  <Paragraphs>181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8" baseType="lpstr">
      <vt:lpstr>맑은 고딕</vt:lpstr>
      <vt:lpstr>Arial</vt:lpstr>
      <vt:lpstr>Calibri</vt:lpstr>
      <vt:lpstr>Calibri Light</vt:lpstr>
      <vt:lpstr>추억</vt:lpstr>
      <vt:lpstr>우분투 리눅스 실습 11주차</vt:lpstr>
      <vt:lpstr>실습 조교</vt:lpstr>
      <vt:lpstr>유의 사항</vt:lpstr>
      <vt:lpstr>실습 제출 방식</vt:lpstr>
      <vt:lpstr>준비 사항</vt:lpstr>
      <vt:lpstr>Maria DB 설치(1/3)</vt:lpstr>
      <vt:lpstr>Maria DB 설치(2/3)</vt:lpstr>
      <vt:lpstr>Maria DB 설치(3/3)</vt:lpstr>
      <vt:lpstr>실습 문제</vt:lpstr>
      <vt:lpstr>실습 문제</vt:lpstr>
      <vt:lpstr>아파치 설치하기 (1/2)</vt:lpstr>
      <vt:lpstr>아파치 설치하기 (2/2)</vt:lpstr>
      <vt:lpstr>PHP 7.0 설치하기</vt:lpstr>
      <vt:lpstr>게시판 설치 하기 (1/8)</vt:lpstr>
      <vt:lpstr>게시판 설치 하기 (2/8)</vt:lpstr>
      <vt:lpstr>게시판 설치 하기 (3/8)</vt:lpstr>
      <vt:lpstr>게시판 설치 하기 (4/8)</vt:lpstr>
      <vt:lpstr>게시판 설치 하기 (5/8)</vt:lpstr>
      <vt:lpstr>게시판 설치 하기 (6/8)</vt:lpstr>
      <vt:lpstr>게시판 설치 하기 (7/8)</vt:lpstr>
      <vt:lpstr>게시판 설치 하기 (8/8)</vt:lpstr>
      <vt:lpstr>실습 문제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우분투 리눅스 실습 1주차</dc:title>
  <dc:creator>KYJ</dc:creator>
  <cp:lastModifiedBy>KYJ</cp:lastModifiedBy>
  <cp:revision>525</cp:revision>
  <dcterms:created xsi:type="dcterms:W3CDTF">2016-08-12T07:51:28Z</dcterms:created>
  <dcterms:modified xsi:type="dcterms:W3CDTF">2016-11-22T03:47:11Z</dcterms:modified>
</cp:coreProperties>
</file>